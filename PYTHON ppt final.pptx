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0" r:id="rId3"/>
    <p:sldMasterId id="2147483672" r:id="rId4"/>
  </p:sldMasterIdLst>
  <p:notesMasterIdLst>
    <p:notesMasterId r:id="rId20"/>
  </p:notesMasterIdLst>
  <p:handoutMasterIdLst>
    <p:handoutMasterId r:id="rId21"/>
  </p:handoutMasterIdLst>
  <p:sldIdLst>
    <p:sldId id="257" r:id="rId5"/>
    <p:sldId id="258" r:id="rId6"/>
    <p:sldId id="259" r:id="rId7"/>
    <p:sldId id="260" r:id="rId8"/>
    <p:sldId id="261" r:id="rId9"/>
    <p:sldId id="262" r:id="rId10"/>
    <p:sldId id="272" r:id="rId11"/>
    <p:sldId id="263" r:id="rId12"/>
    <p:sldId id="264" r:id="rId13"/>
    <p:sldId id="265" r:id="rId14"/>
    <p:sldId id="267" r:id="rId15"/>
    <p:sldId id="269" r:id="rId16"/>
    <p:sldId id="270" r:id="rId17"/>
    <p:sldId id="271" r:id="rId18"/>
    <p:sldId id="266" r:id="rId19"/>
  </p:sldIdLst>
  <p:sldSz cx="9144000" cy="5143500" type="screen16x9"/>
  <p:notesSz cx="6797675" cy="992632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clrMru>
    <a:srgbClr val="33CCFF"/>
    <a:srgbClr val="A9ACEF"/>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0" autoAdjust="0"/>
    <p:restoredTop sz="87621" autoAdjust="0"/>
  </p:normalViewPr>
  <p:slideViewPr>
    <p:cSldViewPr>
      <p:cViewPr varScale="1">
        <p:scale>
          <a:sx n="88" d="100"/>
          <a:sy n="88" d="100"/>
        </p:scale>
        <p:origin x="1190" y="67"/>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5" name=""/>
        <p:cNvGrpSpPr/>
        <p:nvPr/>
      </p:nvGrpSpPr>
      <p:grpSpPr>
        <a:xfrm>
          <a:off x="0" y="0"/>
          <a:ext cx="0" cy="0"/>
          <a:chOff x="0" y="0"/>
          <a:chExt cx="0" cy="0"/>
        </a:xfrm>
      </p:grpSpPr>
      <p:sp>
        <p:nvSpPr>
          <p:cNvPr id="1048873"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endParaRPr lang="en-US"/>
          </a:p>
        </p:txBody>
      </p:sp>
      <p:sp>
        <p:nvSpPr>
          <p:cNvPr id="1048874"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fld id="{14FDCBBC-8C6D-4B91-8E0F-7F7539A60517}" type="datetimeFigureOut">
              <a:rPr lang="en-US"/>
            </a:fld>
            <a:endParaRPr lang="en-US" dirty="0"/>
          </a:p>
        </p:txBody>
      </p:sp>
      <p:sp>
        <p:nvSpPr>
          <p:cNvPr id="1048875"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endParaRPr lang="en-US"/>
          </a:p>
        </p:txBody>
      </p:sp>
      <p:sp>
        <p:nvSpPr>
          <p:cNvPr id="1048876"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itchFamily="34" charset="0"/>
              </a:defRPr>
            </a:lvl1pPr>
          </a:lstStyle>
          <a:p>
            <a:fld id="{2952E2ED-3A02-491C-A9B8-DFEE216EB3A7}" type="slidenum">
              <a:rPr lang="en-US" altLang="en-US"/>
            </a:fld>
            <a:endParaRPr lang="en-US"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4" name=""/>
        <p:cNvGrpSpPr/>
        <p:nvPr/>
      </p:nvGrpSpPr>
      <p:grpSpPr>
        <a:xfrm>
          <a:off x="0" y="0"/>
          <a:ext cx="0" cy="0"/>
          <a:chOff x="0" y="0"/>
          <a:chExt cx="0" cy="0"/>
        </a:xfrm>
      </p:grpSpPr>
      <p:sp>
        <p:nvSpPr>
          <p:cNvPr id="1048867"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endParaRPr lang="en-US"/>
          </a:p>
        </p:txBody>
      </p:sp>
      <p:sp>
        <p:nvSpPr>
          <p:cNvPr id="1048868"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fld id="{061F6FC2-9645-479A-A309-27B8F5654211}" type="datetimeFigureOut">
              <a:rPr lang="en-US"/>
            </a:fld>
            <a:endParaRPr lang="en-US" dirty="0"/>
          </a:p>
        </p:txBody>
      </p:sp>
      <p:sp>
        <p:nvSpPr>
          <p:cNvPr id="1048869"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p>
            <a:pPr lvl="0"/>
            <a:endParaRPr lang="en-US" noProof="0" dirty="0"/>
          </a:p>
        </p:txBody>
      </p:sp>
      <p:sp>
        <p:nvSpPr>
          <p:cNvPr id="1048870"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048871"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endParaRPr lang="en-US"/>
          </a:p>
        </p:txBody>
      </p:sp>
      <p:sp>
        <p:nvSpPr>
          <p:cNvPr id="1048872"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itchFamily="34" charset="0"/>
              </a:defRPr>
            </a:lvl1pPr>
          </a:lstStyle>
          <a:p>
            <a:fld id="{F2D8CC3F-ADB2-4AF7-880C-111F7E6C7FE6}" type="slidenum">
              <a:rPr lang="en-US" altLang="en-US"/>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76" name=""/>
        <p:cNvGrpSpPr/>
        <p:nvPr/>
      </p:nvGrpSpPr>
      <p:grpSpPr>
        <a:xfrm>
          <a:off x="0" y="0"/>
          <a:ext cx="0" cy="0"/>
          <a:chOff x="0" y="0"/>
          <a:chExt cx="0" cy="0"/>
        </a:xfrm>
      </p:grpSpPr>
      <p:sp>
        <p:nvSpPr>
          <p:cNvPr id="1048736"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endParaRPr kumimoji="0" lang="en-US"/>
          </a:p>
        </p:txBody>
      </p:sp>
      <p:sp>
        <p:nvSpPr>
          <p:cNvPr id="1048737"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1048738" name="Date Placeholder 27"/>
          <p:cNvSpPr>
            <a:spLocks noGrp="1"/>
          </p:cNvSpPr>
          <p:nvPr>
            <p:ph type="dt" sz="half" idx="10"/>
          </p:nvPr>
        </p:nvSpPr>
        <p:spPr>
          <a:xfrm>
            <a:off x="6400800" y="4766310"/>
            <a:ext cx="2286000" cy="274320"/>
          </a:xfrm>
        </p:spPr>
        <p:txBody>
          <a:bodyPr/>
          <a:lstStyle>
            <a:lvl1pPr>
              <a:defRPr sz="1400"/>
            </a:lvl1pPr>
          </a:lstStyle>
          <a:p>
            <a:fld id="{5DB7D52D-565F-41B8-8A38-351E75B6160A}" type="datetime3">
              <a:rPr lang="en-US" smtClean="0"/>
            </a:fld>
            <a:endParaRPr lang="en-US" dirty="0"/>
          </a:p>
        </p:txBody>
      </p:sp>
      <p:sp>
        <p:nvSpPr>
          <p:cNvPr id="1048739" name="Footer Placeholder 16"/>
          <p:cNvSpPr>
            <a:spLocks noGrp="1"/>
          </p:cNvSpPr>
          <p:nvPr>
            <p:ph type="ftr" sz="quarter" idx="11"/>
          </p:nvPr>
        </p:nvSpPr>
        <p:spPr>
          <a:xfrm>
            <a:off x="2898648" y="4766310"/>
            <a:ext cx="3474720" cy="274320"/>
          </a:xfrm>
        </p:spPr>
        <p:txBody>
          <a:bodyPr/>
          <a:p>
            <a:r>
              <a:rPr lang="en-US"/>
              <a:t>CGB1121 – PYTHON PROGRAMMING –PROJECT REVIEW 1</a:t>
            </a:r>
            <a:endParaRPr lang="en-US" dirty="0"/>
          </a:p>
        </p:txBody>
      </p:sp>
      <p:sp>
        <p:nvSpPr>
          <p:cNvPr id="1048740" name="Slide Number Placeholder 28"/>
          <p:cNvSpPr>
            <a:spLocks noGrp="1"/>
          </p:cNvSpPr>
          <p:nvPr>
            <p:ph type="sldNum" sz="quarter" idx="12"/>
          </p:nvPr>
        </p:nvSpPr>
        <p:spPr>
          <a:xfrm>
            <a:off x="1216152" y="4766310"/>
            <a:ext cx="1219200" cy="274320"/>
          </a:xfrm>
        </p:spPr>
        <p:txBody>
          <a:bodyPr/>
          <a:p>
            <a:fld id="{C0A8E10E-36D1-42AB-939C-34BEB33CD9E4}" type="slidenum">
              <a:rPr lang="en-US" altLang="en-US" smtClean="0"/>
            </a:fld>
            <a:endParaRPr lang="en-US" altLang="en-US"/>
          </a:p>
        </p:txBody>
      </p:sp>
      <p:sp>
        <p:nvSpPr>
          <p:cNvPr id="104874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42"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43"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44"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27" name=""/>
        <p:cNvGrpSpPr/>
        <p:nvPr/>
      </p:nvGrpSpPr>
      <p:grpSpPr>
        <a:xfrm>
          <a:off x="0" y="0"/>
          <a:ext cx="0" cy="0"/>
          <a:chOff x="0" y="0"/>
          <a:chExt cx="0" cy="0"/>
        </a:xfrm>
      </p:grpSpPr>
      <p:sp>
        <p:nvSpPr>
          <p:cNvPr id="1048584" name="Title 1"/>
          <p:cNvSpPr>
            <a:spLocks noGrp="1"/>
          </p:cNvSpPr>
          <p:nvPr>
            <p:ph type="title"/>
          </p:nvPr>
        </p:nvSpPr>
        <p:spPr/>
        <p:txBody>
          <a:bodyPr/>
          <a:p>
            <a:r>
              <a:rPr kumimoji="0" lang="en-US"/>
              <a:t>Click to edit Master title style</a:t>
            </a:r>
            <a:endParaRPr kumimoji="0" lang="en-US"/>
          </a:p>
        </p:txBody>
      </p:sp>
      <p:sp>
        <p:nvSpPr>
          <p:cNvPr id="1048585" name="Date Placeholder 3"/>
          <p:cNvSpPr>
            <a:spLocks noGrp="1"/>
          </p:cNvSpPr>
          <p:nvPr>
            <p:ph type="dt" sz="half" idx="10"/>
          </p:nvPr>
        </p:nvSpPr>
        <p:spPr/>
        <p:txBody>
          <a:bodyPr/>
          <a:p>
            <a:fld id="{10D64E2F-69CC-44E6-A292-0ACA122D21DC}" type="datetime3">
              <a:rPr lang="en-US" smtClean="0"/>
            </a:fld>
            <a:endParaRPr lang="en-US" dirty="0"/>
          </a:p>
        </p:txBody>
      </p:sp>
      <p:sp>
        <p:nvSpPr>
          <p:cNvPr id="1048586" name="Footer Placeholder 4"/>
          <p:cNvSpPr>
            <a:spLocks noGrp="1"/>
          </p:cNvSpPr>
          <p:nvPr>
            <p:ph type="ftr" sz="quarter" idx="11"/>
          </p:nvPr>
        </p:nvSpPr>
        <p:spPr/>
        <p:txBody>
          <a:bodyPr/>
          <a:p>
            <a:r>
              <a:rPr lang="en-US"/>
              <a:t>CGB1121 – PYTHON PROGRAMMING –PROJECT REVIEW 1</a:t>
            </a:r>
            <a:endParaRPr lang="en-US" dirty="0"/>
          </a:p>
        </p:txBody>
      </p:sp>
      <p:sp>
        <p:nvSpPr>
          <p:cNvPr id="1048587"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588" name="Content Placeholder 7"/>
          <p:cNvSpPr>
            <a:spLocks noGrp="1"/>
          </p:cNvSpPr>
          <p:nvPr>
            <p:ph sz="quarter" idx="1"/>
          </p:nvPr>
        </p:nvSpPr>
        <p:spPr>
          <a:xfrm>
            <a:off x="457200" y="914400"/>
            <a:ext cx="8229600"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80" name=""/>
        <p:cNvGrpSpPr/>
        <p:nvPr/>
      </p:nvGrpSpPr>
      <p:grpSpPr>
        <a:xfrm>
          <a:off x="0" y="0"/>
          <a:ext cx="0" cy="0"/>
          <a:chOff x="0" y="0"/>
          <a:chExt cx="0" cy="0"/>
        </a:xfrm>
      </p:grpSpPr>
      <p:sp>
        <p:nvSpPr>
          <p:cNvPr id="1048767"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endParaRPr kumimoji="0" lang="en-US"/>
          </a:p>
        </p:txBody>
      </p:sp>
      <p:sp>
        <p:nvSpPr>
          <p:cNvPr id="1048768"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048769" name="Date Placeholder 3"/>
          <p:cNvSpPr>
            <a:spLocks noGrp="1"/>
          </p:cNvSpPr>
          <p:nvPr>
            <p:ph type="dt" sz="half" idx="10"/>
          </p:nvPr>
        </p:nvSpPr>
        <p:spPr>
          <a:xfrm>
            <a:off x="6400800" y="4766310"/>
            <a:ext cx="2286000" cy="274320"/>
          </a:xfrm>
        </p:spPr>
        <p:txBody>
          <a:bodyPr/>
          <a:p>
            <a:fld id="{66706815-C846-4605-9618-3F6E6CA90352}" type="datetime3">
              <a:rPr lang="en-US" smtClean="0"/>
            </a:fld>
            <a:endParaRPr lang="en-US" dirty="0"/>
          </a:p>
        </p:txBody>
      </p:sp>
      <p:sp>
        <p:nvSpPr>
          <p:cNvPr id="1048770" name="Footer Placeholder 4"/>
          <p:cNvSpPr>
            <a:spLocks noGrp="1"/>
          </p:cNvSpPr>
          <p:nvPr>
            <p:ph type="ftr" sz="quarter" idx="11"/>
          </p:nvPr>
        </p:nvSpPr>
        <p:spPr>
          <a:xfrm>
            <a:off x="2898648" y="4766310"/>
            <a:ext cx="3474720" cy="274320"/>
          </a:xfrm>
        </p:spPr>
        <p:txBody>
          <a:bodyPr/>
          <a:p>
            <a:r>
              <a:rPr lang="en-US"/>
              <a:t>CGB1121 – PYTHON PROGRAMMING –PROJECT REVIEW 1</a:t>
            </a:r>
            <a:endParaRPr lang="en-US" dirty="0"/>
          </a:p>
        </p:txBody>
      </p:sp>
      <p:sp>
        <p:nvSpPr>
          <p:cNvPr id="1048771" name="Slide Number Placeholder 5"/>
          <p:cNvSpPr>
            <a:spLocks noGrp="1"/>
          </p:cNvSpPr>
          <p:nvPr>
            <p:ph type="sldNum" sz="quarter" idx="12"/>
          </p:nvPr>
        </p:nvSpPr>
        <p:spPr>
          <a:xfrm>
            <a:off x="1069848" y="4766310"/>
            <a:ext cx="1520952" cy="274320"/>
          </a:xfrm>
        </p:spPr>
        <p:txBody>
          <a:bodyPr/>
          <a:p>
            <a:fld id="{BEE0AD74-942B-45F6-8EEE-203197083F56}" type="slidenum">
              <a:rPr lang="en-US" altLang="en-US" smtClean="0"/>
            </a:fld>
            <a:endParaRPr lang="en-US" altLang="en-US"/>
          </a:p>
        </p:txBody>
      </p:sp>
      <p:sp>
        <p:nvSpPr>
          <p:cNvPr id="1048772"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73"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47" name=""/>
        <p:cNvGrpSpPr/>
        <p:nvPr/>
      </p:nvGrpSpPr>
      <p:grpSpPr>
        <a:xfrm>
          <a:off x="0" y="0"/>
          <a:ext cx="0" cy="0"/>
          <a:chOff x="0" y="0"/>
          <a:chExt cx="0" cy="0"/>
        </a:xfrm>
      </p:grpSpPr>
      <p:sp>
        <p:nvSpPr>
          <p:cNvPr id="1048626" name="Title 1"/>
          <p:cNvSpPr>
            <a:spLocks noGrp="1"/>
          </p:cNvSpPr>
          <p:nvPr>
            <p:ph type="title"/>
          </p:nvPr>
        </p:nvSpPr>
        <p:spPr>
          <a:xfrm>
            <a:off x="457200" y="171450"/>
            <a:ext cx="8229600" cy="685800"/>
          </a:xfrm>
        </p:spPr>
        <p:txBody>
          <a:bodyPr/>
          <a:p>
            <a:r>
              <a:rPr kumimoji="0" lang="en-US"/>
              <a:t>Click to edit Master title style</a:t>
            </a:r>
            <a:endParaRPr kumimoji="0" lang="en-US"/>
          </a:p>
        </p:txBody>
      </p:sp>
      <p:sp>
        <p:nvSpPr>
          <p:cNvPr id="1048627" name="Date Placeholder 4"/>
          <p:cNvSpPr>
            <a:spLocks noGrp="1"/>
          </p:cNvSpPr>
          <p:nvPr>
            <p:ph type="dt" sz="half" idx="10"/>
          </p:nvPr>
        </p:nvSpPr>
        <p:spPr/>
        <p:txBody>
          <a:bodyPr/>
          <a:p>
            <a:fld id="{21AAA5BA-07A5-4870-B550-A63AA413A813}" type="datetime3">
              <a:rPr lang="en-US" smtClean="0"/>
            </a:fld>
            <a:endParaRPr lang="en-US" dirty="0"/>
          </a:p>
        </p:txBody>
      </p:sp>
      <p:sp>
        <p:nvSpPr>
          <p:cNvPr id="1048628" name="Footer Placeholder 5"/>
          <p:cNvSpPr>
            <a:spLocks noGrp="1"/>
          </p:cNvSpPr>
          <p:nvPr>
            <p:ph type="ftr" sz="quarter" idx="11"/>
          </p:nvPr>
        </p:nvSpPr>
        <p:spPr/>
        <p:txBody>
          <a:bodyPr/>
          <a:p>
            <a:r>
              <a:rPr lang="en-US"/>
              <a:t>CGB1121 – PYTHON PROGRAMMING –PROJECT REVIEW 1</a:t>
            </a:r>
            <a:endParaRPr lang="en-US" dirty="0"/>
          </a:p>
        </p:txBody>
      </p:sp>
      <p:sp>
        <p:nvSpPr>
          <p:cNvPr id="1048629" name="Slide Number Placeholder 6"/>
          <p:cNvSpPr>
            <a:spLocks noGrp="1"/>
          </p:cNvSpPr>
          <p:nvPr>
            <p:ph type="sldNum" sz="quarter" idx="12"/>
          </p:nvPr>
        </p:nvSpPr>
        <p:spPr/>
        <p:txBody>
          <a:bodyPr/>
          <a:p>
            <a:fld id="{DB554FDC-F986-4516-81A3-5CBC9634E9C1}" type="slidenum">
              <a:rPr lang="en-US" altLang="en-US" smtClean="0"/>
            </a:fld>
            <a:endParaRPr lang="en-US" altLang="en-US"/>
          </a:p>
        </p:txBody>
      </p:sp>
      <p:sp>
        <p:nvSpPr>
          <p:cNvPr id="1048630" name="Content Placeholder 8"/>
          <p:cNvSpPr>
            <a:spLocks noGrp="1"/>
          </p:cNvSpPr>
          <p:nvPr>
            <p:ph sz="quarter" idx="1"/>
          </p:nvPr>
        </p:nvSpPr>
        <p:spPr>
          <a:xfrm>
            <a:off x="457200" y="914400"/>
            <a:ext cx="4041648"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631" name="Content Placeholder 10"/>
          <p:cNvSpPr>
            <a:spLocks noGrp="1"/>
          </p:cNvSpPr>
          <p:nvPr>
            <p:ph sz="quarter" idx="2"/>
          </p:nvPr>
        </p:nvSpPr>
        <p:spPr>
          <a:xfrm>
            <a:off x="4632198" y="912114"/>
            <a:ext cx="4041648"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81" name=""/>
        <p:cNvGrpSpPr/>
        <p:nvPr/>
      </p:nvGrpSpPr>
      <p:grpSpPr>
        <a:xfrm>
          <a:off x="0" y="0"/>
          <a:ext cx="0" cy="0"/>
          <a:chOff x="0" y="0"/>
          <a:chExt cx="0" cy="0"/>
        </a:xfrm>
      </p:grpSpPr>
      <p:sp>
        <p:nvSpPr>
          <p:cNvPr id="1048774" name="Title 1"/>
          <p:cNvSpPr>
            <a:spLocks noGrp="1"/>
          </p:cNvSpPr>
          <p:nvPr>
            <p:ph type="title"/>
          </p:nvPr>
        </p:nvSpPr>
        <p:spPr>
          <a:xfrm>
            <a:off x="457200" y="171450"/>
            <a:ext cx="8229600" cy="685800"/>
          </a:xfrm>
        </p:spPr>
        <p:txBody>
          <a:bodyPr anchor="ctr"/>
          <a:p>
            <a:r>
              <a:rPr kumimoji="0" lang="en-US"/>
              <a:t>Click to edit Master title style</a:t>
            </a:r>
            <a:endParaRPr kumimoji="0" lang="en-US"/>
          </a:p>
        </p:txBody>
      </p:sp>
      <p:sp>
        <p:nvSpPr>
          <p:cNvPr id="1048775"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048776" name="Text Placeholder 3"/>
          <p:cNvSpPr>
            <a:spLocks noGrp="1"/>
          </p:cNvSpPr>
          <p:nvPr>
            <p:ph type="body" sz="half" idx="3"/>
          </p:nvPr>
        </p:nvSpPr>
        <p:spPr>
          <a:xfrm>
            <a:off x="4648201" y="971550"/>
            <a:ext cx="4041775" cy="514350"/>
          </a:xfrm>
          <a:noFill/>
          <a:ln>
            <a:noFill/>
          </a:ln>
        </p:spPr>
        <p:txBody>
          <a:bodyPr lIns="91440" anchor="b" anchorCtr="0">
            <a:normAutofit fontScale="91667" lnSpcReduction="20000"/>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048777" name="Date Placeholder 6"/>
          <p:cNvSpPr>
            <a:spLocks noGrp="1"/>
          </p:cNvSpPr>
          <p:nvPr>
            <p:ph type="dt" sz="half" idx="10"/>
          </p:nvPr>
        </p:nvSpPr>
        <p:spPr/>
        <p:txBody>
          <a:bodyPr/>
          <a:p>
            <a:fld id="{C56CBCAE-4922-43E5-A623-0BF880173A60}" type="datetime3">
              <a:rPr lang="en-US" smtClean="0"/>
            </a:fld>
            <a:endParaRPr lang="en-US" dirty="0"/>
          </a:p>
        </p:txBody>
      </p:sp>
      <p:sp>
        <p:nvSpPr>
          <p:cNvPr id="1048778" name="Footer Placeholder 7"/>
          <p:cNvSpPr>
            <a:spLocks noGrp="1"/>
          </p:cNvSpPr>
          <p:nvPr>
            <p:ph type="ftr" sz="quarter" idx="11"/>
          </p:nvPr>
        </p:nvSpPr>
        <p:spPr/>
        <p:txBody>
          <a:bodyPr/>
          <a:p>
            <a:r>
              <a:rPr lang="en-US"/>
              <a:t>CGB1121 – PYTHON PROGRAMMING –PROJECT REVIEW 1</a:t>
            </a:r>
            <a:endParaRPr lang="en-US" dirty="0"/>
          </a:p>
        </p:txBody>
      </p:sp>
      <p:sp>
        <p:nvSpPr>
          <p:cNvPr id="1048779" name="Slide Number Placeholder 8"/>
          <p:cNvSpPr>
            <a:spLocks noGrp="1"/>
          </p:cNvSpPr>
          <p:nvPr>
            <p:ph type="sldNum" sz="quarter" idx="12"/>
          </p:nvPr>
        </p:nvSpPr>
        <p:spPr/>
        <p:txBody>
          <a:bodyPr/>
          <a:p>
            <a:fld id="{02A63921-D0A8-45BD-ADF0-24CC5F135FEC}" type="slidenum">
              <a:rPr lang="en-US" altLang="en-US" smtClean="0"/>
            </a:fld>
            <a:endParaRPr lang="en-US" altLang="en-US"/>
          </a:p>
        </p:txBody>
      </p:sp>
      <p:sp>
        <p:nvSpPr>
          <p:cNvPr id="1048780" name="Content Placeholder 10"/>
          <p:cNvSpPr>
            <a:spLocks noGrp="1"/>
          </p:cNvSpPr>
          <p:nvPr>
            <p:ph sz="quarter" idx="2"/>
          </p:nvPr>
        </p:nvSpPr>
        <p:spPr>
          <a:xfrm>
            <a:off x="457200" y="1600200"/>
            <a:ext cx="4038600" cy="30289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781" name="Content Placeholder 12"/>
          <p:cNvSpPr>
            <a:spLocks noGrp="1"/>
          </p:cNvSpPr>
          <p:nvPr>
            <p:ph sz="quarter" idx="4"/>
          </p:nvPr>
        </p:nvSpPr>
        <p:spPr>
          <a:xfrm>
            <a:off x="4648200" y="1600200"/>
            <a:ext cx="4038600" cy="30289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51" name=""/>
        <p:cNvGrpSpPr/>
        <p:nvPr/>
      </p:nvGrpSpPr>
      <p:grpSpPr>
        <a:xfrm>
          <a:off x="0" y="0"/>
          <a:ext cx="0" cy="0"/>
          <a:chOff x="0" y="0"/>
          <a:chExt cx="0" cy="0"/>
        </a:xfrm>
      </p:grpSpPr>
      <p:sp>
        <p:nvSpPr>
          <p:cNvPr id="1048643" name="Title 1"/>
          <p:cNvSpPr>
            <a:spLocks noGrp="1"/>
          </p:cNvSpPr>
          <p:nvPr>
            <p:ph type="title"/>
          </p:nvPr>
        </p:nvSpPr>
        <p:spPr>
          <a:xfrm>
            <a:off x="457200" y="171450"/>
            <a:ext cx="8229600" cy="685800"/>
          </a:xfrm>
        </p:spPr>
        <p:txBody>
          <a:bodyPr/>
          <a:p>
            <a:r>
              <a:rPr kumimoji="0" lang="en-US"/>
              <a:t>Click to edit Master title style</a:t>
            </a:r>
            <a:endParaRPr kumimoji="0" lang="en-US"/>
          </a:p>
        </p:txBody>
      </p:sp>
      <p:sp>
        <p:nvSpPr>
          <p:cNvPr id="1048644" name="Date Placeholder 2"/>
          <p:cNvSpPr>
            <a:spLocks noGrp="1"/>
          </p:cNvSpPr>
          <p:nvPr>
            <p:ph type="dt" sz="half" idx="10"/>
          </p:nvPr>
        </p:nvSpPr>
        <p:spPr/>
        <p:txBody>
          <a:bodyPr/>
          <a:p>
            <a:fld id="{04A49A9B-770B-4D1D-BEA9-C1C4C9A5A662}" type="datetime3">
              <a:rPr lang="en-US" smtClean="0"/>
            </a:fld>
            <a:endParaRPr lang="en-US" dirty="0"/>
          </a:p>
        </p:txBody>
      </p:sp>
      <p:sp>
        <p:nvSpPr>
          <p:cNvPr id="1048645" name="Footer Placeholder 3"/>
          <p:cNvSpPr>
            <a:spLocks noGrp="1"/>
          </p:cNvSpPr>
          <p:nvPr>
            <p:ph type="ftr" sz="quarter" idx="11"/>
          </p:nvPr>
        </p:nvSpPr>
        <p:spPr/>
        <p:txBody>
          <a:bodyPr/>
          <a:p>
            <a:r>
              <a:rPr lang="en-US"/>
              <a:t>CGB1121 – PYTHON PROGRAMMING –PROJECT REVIEW 1</a:t>
            </a:r>
            <a:endParaRPr lang="en-US" dirty="0"/>
          </a:p>
        </p:txBody>
      </p:sp>
      <p:sp>
        <p:nvSpPr>
          <p:cNvPr id="1048646" name="Slide Number Placeholder 4"/>
          <p:cNvSpPr>
            <a:spLocks noGrp="1"/>
          </p:cNvSpPr>
          <p:nvPr>
            <p:ph type="sldNum" sz="quarter" idx="12"/>
          </p:nvPr>
        </p:nvSpPr>
        <p:spPr/>
        <p:txBody>
          <a:bodyPr/>
          <a:p>
            <a:fld id="{4CE540F1-D866-4735-9E65-A1952EADD02D}" type="slidenum">
              <a:rPr lang="en-US" altLang="en-US" smtClean="0"/>
            </a:fld>
            <a:endParaRPr lang="en-US" altLang="en-US"/>
          </a:p>
        </p:txBody>
      </p:sp>
      <p:sp>
        <p:nvSpPr>
          <p:cNvPr id="1048647"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82" name=""/>
        <p:cNvGrpSpPr/>
        <p:nvPr/>
      </p:nvGrpSpPr>
      <p:grpSpPr>
        <a:xfrm>
          <a:off x="0" y="0"/>
          <a:ext cx="0" cy="0"/>
          <a:chOff x="0" y="0"/>
          <a:chExt cx="0" cy="0"/>
        </a:xfrm>
      </p:grpSpPr>
      <p:sp>
        <p:nvSpPr>
          <p:cNvPr id="1048782" name="Date Placeholder 1"/>
          <p:cNvSpPr>
            <a:spLocks noGrp="1"/>
          </p:cNvSpPr>
          <p:nvPr>
            <p:ph type="dt" sz="half" idx="10"/>
          </p:nvPr>
        </p:nvSpPr>
        <p:spPr/>
        <p:txBody>
          <a:bodyPr/>
          <a:p>
            <a:fld id="{7B70C381-8234-4493-A0B4-F2FD96F1DB14}" type="datetime3">
              <a:rPr lang="en-US" smtClean="0"/>
            </a:fld>
            <a:endParaRPr lang="en-US" dirty="0"/>
          </a:p>
        </p:txBody>
      </p:sp>
      <p:sp>
        <p:nvSpPr>
          <p:cNvPr id="1048783" name="Footer Placeholder 2"/>
          <p:cNvSpPr>
            <a:spLocks noGrp="1"/>
          </p:cNvSpPr>
          <p:nvPr>
            <p:ph type="ftr" sz="quarter" idx="11"/>
          </p:nvPr>
        </p:nvSpPr>
        <p:spPr/>
        <p:txBody>
          <a:bodyPr/>
          <a:p>
            <a:r>
              <a:rPr lang="en-US"/>
              <a:t>CGB1121 – PYTHON PROGRAMMING –PROJECT REVIEW 1</a:t>
            </a:r>
            <a:endParaRPr lang="en-US" dirty="0"/>
          </a:p>
        </p:txBody>
      </p:sp>
      <p:sp>
        <p:nvSpPr>
          <p:cNvPr id="1048784" name="Slide Number Placeholder 3"/>
          <p:cNvSpPr>
            <a:spLocks noGrp="1"/>
          </p:cNvSpPr>
          <p:nvPr>
            <p:ph type="sldNum" sz="quarter" idx="12"/>
          </p:nvPr>
        </p:nvSpPr>
        <p:spPr/>
        <p:txBody>
          <a:bodyPr/>
          <a:p>
            <a:fld id="{2571F5BB-190B-45BA-B754-2541F8CA6F46}" type="slidenum">
              <a:rPr lang="en-US" altLang="en-US" smtClean="0"/>
            </a:fld>
            <a:endParaRPr lang="en-US" altLang="en-US"/>
          </a:p>
        </p:txBody>
      </p:sp>
      <p:sp>
        <p:nvSpPr>
          <p:cNvPr id="104878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78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83" name=""/>
        <p:cNvGrpSpPr/>
        <p:nvPr/>
      </p:nvGrpSpPr>
      <p:grpSpPr>
        <a:xfrm>
          <a:off x="0" y="0"/>
          <a:ext cx="0" cy="0"/>
          <a:chOff x="0" y="0"/>
          <a:chExt cx="0" cy="0"/>
        </a:xfrm>
      </p:grpSpPr>
      <p:sp>
        <p:nvSpPr>
          <p:cNvPr id="1048787"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endParaRPr kumimoji="0" lang="en-US"/>
          </a:p>
        </p:txBody>
      </p:sp>
      <p:sp>
        <p:nvSpPr>
          <p:cNvPr id="1048788"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1048789" name="Date Placeholder 4"/>
          <p:cNvSpPr>
            <a:spLocks noGrp="1"/>
          </p:cNvSpPr>
          <p:nvPr>
            <p:ph type="dt" sz="half" idx="10"/>
          </p:nvPr>
        </p:nvSpPr>
        <p:spPr/>
        <p:txBody>
          <a:bodyPr/>
          <a:p>
            <a:fld id="{EC218892-8D6F-4935-9522-D7F3839DE182}" type="datetime3">
              <a:rPr lang="en-US" smtClean="0"/>
            </a:fld>
            <a:endParaRPr lang="en-US" dirty="0"/>
          </a:p>
        </p:txBody>
      </p:sp>
      <p:sp>
        <p:nvSpPr>
          <p:cNvPr id="1048790" name="Footer Placeholder 5"/>
          <p:cNvSpPr>
            <a:spLocks noGrp="1"/>
          </p:cNvSpPr>
          <p:nvPr>
            <p:ph type="ftr" sz="quarter" idx="11"/>
          </p:nvPr>
        </p:nvSpPr>
        <p:spPr/>
        <p:txBody>
          <a:bodyPr/>
          <a:p>
            <a:r>
              <a:rPr lang="en-US"/>
              <a:t>CGB1121 – PYTHON PROGRAMMING –PROJECT REVIEW 1</a:t>
            </a:r>
            <a:endParaRPr lang="en-US" dirty="0"/>
          </a:p>
        </p:txBody>
      </p:sp>
      <p:sp>
        <p:nvSpPr>
          <p:cNvPr id="1048791" name="Slide Number Placeholder 6"/>
          <p:cNvSpPr>
            <a:spLocks noGrp="1"/>
          </p:cNvSpPr>
          <p:nvPr>
            <p:ph type="sldNum" sz="quarter" idx="12"/>
          </p:nvPr>
        </p:nvSpPr>
        <p:spPr/>
        <p:txBody>
          <a:bodyPr/>
          <a:p>
            <a:fld id="{4B3D1EAA-7E8D-49EA-BCBB-3C5BA424400D}" type="slidenum">
              <a:rPr lang="en-US" altLang="en-US" smtClean="0"/>
            </a:fld>
            <a:endParaRPr lang="en-US" altLang="en-US"/>
          </a:p>
        </p:txBody>
      </p:sp>
      <p:sp>
        <p:nvSpPr>
          <p:cNvPr id="1048792"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793"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dirty="0"/>
          </a:p>
        </p:txBody>
      </p:sp>
      <p:sp>
        <p:nvSpPr>
          <p:cNvPr id="1048794"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95" name="Content Placeholder 11"/>
          <p:cNvSpPr>
            <a:spLocks noGrp="1"/>
          </p:cNvSpPr>
          <p:nvPr>
            <p:ph sz="quarter" idx="1"/>
          </p:nvPr>
        </p:nvSpPr>
        <p:spPr>
          <a:xfrm>
            <a:off x="304800" y="228600"/>
            <a:ext cx="5715000" cy="42862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78" name=""/>
        <p:cNvGrpSpPr/>
        <p:nvPr/>
      </p:nvGrpSpPr>
      <p:grpSpPr>
        <a:xfrm>
          <a:off x="0" y="0"/>
          <a:ext cx="0" cy="0"/>
          <a:chOff x="0" y="0"/>
          <a:chExt cx="0" cy="0"/>
        </a:xfrm>
      </p:grpSpPr>
      <p:sp>
        <p:nvSpPr>
          <p:cNvPr id="1048753"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endParaRPr kumimoji="0" lang="en-US"/>
          </a:p>
        </p:txBody>
      </p:sp>
      <p:sp>
        <p:nvSpPr>
          <p:cNvPr id="1048754"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1048755"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1048756" name="Date Placeholder 4"/>
          <p:cNvSpPr>
            <a:spLocks noGrp="1"/>
          </p:cNvSpPr>
          <p:nvPr>
            <p:ph type="dt" sz="half" idx="10"/>
          </p:nvPr>
        </p:nvSpPr>
        <p:spPr/>
        <p:txBody>
          <a:bodyPr/>
          <a:p>
            <a:fld id="{5246F511-33B4-4684-9F91-8CFDFBA51AAB}" type="datetime3">
              <a:rPr lang="en-US" smtClean="0"/>
            </a:fld>
            <a:endParaRPr lang="en-US" dirty="0"/>
          </a:p>
        </p:txBody>
      </p:sp>
      <p:sp>
        <p:nvSpPr>
          <p:cNvPr id="1048757" name="Footer Placeholder 5"/>
          <p:cNvSpPr>
            <a:spLocks noGrp="1"/>
          </p:cNvSpPr>
          <p:nvPr>
            <p:ph type="ftr" sz="quarter" idx="11"/>
          </p:nvPr>
        </p:nvSpPr>
        <p:spPr/>
        <p:txBody>
          <a:bodyPr/>
          <a:p>
            <a:r>
              <a:rPr lang="en-US"/>
              <a:t>CGB1121 – PYTHON PROGRAMMING –PROJECT REVIEW 1</a:t>
            </a:r>
            <a:endParaRPr lang="en-US" dirty="0"/>
          </a:p>
        </p:txBody>
      </p:sp>
      <p:sp>
        <p:nvSpPr>
          <p:cNvPr id="1048758" name="Slide Number Placeholder 6"/>
          <p:cNvSpPr>
            <a:spLocks noGrp="1"/>
          </p:cNvSpPr>
          <p:nvPr>
            <p:ph type="sldNum" sz="quarter" idx="12"/>
          </p:nvPr>
        </p:nvSpPr>
        <p:spPr/>
        <p:txBody>
          <a:bodyPr/>
          <a:p>
            <a:fld id="{7B93E55C-A662-4067-BE20-A4D82E579A38}" type="slidenum">
              <a:rPr lang="en-US" altLang="en-US" smtClean="0"/>
            </a:fld>
            <a:endParaRPr lang="en-US" altLang="en-US"/>
          </a:p>
        </p:txBody>
      </p:sp>
      <p:sp>
        <p:nvSpPr>
          <p:cNvPr id="1048759"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760"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61"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79" name=""/>
        <p:cNvGrpSpPr/>
        <p:nvPr/>
      </p:nvGrpSpPr>
      <p:grpSpPr>
        <a:xfrm>
          <a:off x="0" y="0"/>
          <a:ext cx="0" cy="0"/>
          <a:chOff x="0" y="0"/>
          <a:chExt cx="0" cy="0"/>
        </a:xfrm>
      </p:grpSpPr>
      <p:sp>
        <p:nvSpPr>
          <p:cNvPr id="1048762" name="Title 1"/>
          <p:cNvSpPr>
            <a:spLocks noGrp="1"/>
          </p:cNvSpPr>
          <p:nvPr>
            <p:ph type="title"/>
          </p:nvPr>
        </p:nvSpPr>
        <p:spPr/>
        <p:txBody>
          <a:bodyPr/>
          <a:p>
            <a:r>
              <a:rPr kumimoji="0" lang="en-US"/>
              <a:t>Click to edit Master title style</a:t>
            </a:r>
            <a:endParaRPr kumimoji="0" lang="en-US"/>
          </a:p>
        </p:txBody>
      </p:sp>
      <p:sp>
        <p:nvSpPr>
          <p:cNvPr id="1048763" name="Vertical Text Placeholder 2"/>
          <p:cNvSpPr>
            <a:spLocks noGrp="1"/>
          </p:cNvSpPr>
          <p:nvPr>
            <p:ph type="body" orient="vert" idx="1"/>
          </p:nvPr>
        </p:nvSpPr>
        <p:spPr/>
        <p:txBody>
          <a:bodyPr vert="eaVert"/>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764" name="Date Placeholder 3"/>
          <p:cNvSpPr>
            <a:spLocks noGrp="1"/>
          </p:cNvSpPr>
          <p:nvPr>
            <p:ph type="dt" sz="half" idx="10"/>
          </p:nvPr>
        </p:nvSpPr>
        <p:spPr/>
        <p:txBody>
          <a:bodyPr/>
          <a:p>
            <a:fld id="{BCD6E9A3-7C5D-44BD-B91B-2254645B0D35}" type="datetime3">
              <a:rPr lang="en-US" smtClean="0"/>
            </a:fld>
            <a:endParaRPr lang="en-US" dirty="0"/>
          </a:p>
        </p:txBody>
      </p:sp>
      <p:sp>
        <p:nvSpPr>
          <p:cNvPr id="1048765" name="Footer Placeholder 4"/>
          <p:cNvSpPr>
            <a:spLocks noGrp="1"/>
          </p:cNvSpPr>
          <p:nvPr>
            <p:ph type="ftr" sz="quarter" idx="11"/>
          </p:nvPr>
        </p:nvSpPr>
        <p:spPr/>
        <p:txBody>
          <a:bodyPr/>
          <a:p>
            <a:r>
              <a:rPr lang="en-US"/>
              <a:t>CGB1121 – PYTHON PROGRAMMING –PROJECT REVIEW 1</a:t>
            </a:r>
            <a:endParaRPr lang="en-US" dirty="0"/>
          </a:p>
        </p:txBody>
      </p:sp>
      <p:sp>
        <p:nvSpPr>
          <p:cNvPr id="1048766" name="Slide Number Placeholder 5"/>
          <p:cNvSpPr>
            <a:spLocks noGrp="1"/>
          </p:cNvSpPr>
          <p:nvPr>
            <p:ph type="sldNum" sz="quarter" idx="12"/>
          </p:nvPr>
        </p:nvSpPr>
        <p:spPr/>
        <p:txBody>
          <a:bodyPr/>
          <a:p>
            <a:fld id="{9A0C11DA-FA02-4E33-93FC-C378FAF95FBA}"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77" name=""/>
        <p:cNvGrpSpPr/>
        <p:nvPr/>
      </p:nvGrpSpPr>
      <p:grpSpPr>
        <a:xfrm>
          <a:off x="0" y="0"/>
          <a:ext cx="0" cy="0"/>
          <a:chOff x="0" y="0"/>
          <a:chExt cx="0" cy="0"/>
        </a:xfrm>
      </p:grpSpPr>
      <p:sp>
        <p:nvSpPr>
          <p:cNvPr id="1048745" name="Vertical Title 1"/>
          <p:cNvSpPr>
            <a:spLocks noGrp="1"/>
          </p:cNvSpPr>
          <p:nvPr>
            <p:ph type="title" orient="vert"/>
          </p:nvPr>
        </p:nvSpPr>
        <p:spPr>
          <a:xfrm>
            <a:off x="6629400" y="205979"/>
            <a:ext cx="2057400" cy="4388644"/>
          </a:xfrm>
        </p:spPr>
        <p:txBody>
          <a:bodyPr vert="eaVert"/>
          <a:p>
            <a:r>
              <a:rPr kumimoji="0" lang="en-US"/>
              <a:t>Click to edit Master title style</a:t>
            </a:r>
            <a:endParaRPr kumimoji="0" lang="en-US"/>
          </a:p>
        </p:txBody>
      </p:sp>
      <p:sp>
        <p:nvSpPr>
          <p:cNvPr id="1048746" name="Vertical Text Placeholder 2"/>
          <p:cNvSpPr>
            <a:spLocks noGrp="1"/>
          </p:cNvSpPr>
          <p:nvPr>
            <p:ph type="body" orient="vert" idx="1"/>
          </p:nvPr>
        </p:nvSpPr>
        <p:spPr>
          <a:xfrm>
            <a:off x="457200" y="205979"/>
            <a:ext cx="6019800" cy="4388644"/>
          </a:xfrm>
        </p:spPr>
        <p:txBody>
          <a:bodyPr vert="eaVert"/>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747" name="Date Placeholder 3"/>
          <p:cNvSpPr>
            <a:spLocks noGrp="1"/>
          </p:cNvSpPr>
          <p:nvPr>
            <p:ph type="dt" sz="half" idx="10"/>
          </p:nvPr>
        </p:nvSpPr>
        <p:spPr/>
        <p:txBody>
          <a:bodyPr/>
          <a:p>
            <a:fld id="{A9A020FA-B49B-4391-A45E-A9A582874558}" type="datetime3">
              <a:rPr lang="en-US" smtClean="0"/>
            </a:fld>
            <a:endParaRPr lang="en-US" dirty="0"/>
          </a:p>
        </p:txBody>
      </p:sp>
      <p:sp>
        <p:nvSpPr>
          <p:cNvPr id="1048748" name="Footer Placeholder 4"/>
          <p:cNvSpPr>
            <a:spLocks noGrp="1"/>
          </p:cNvSpPr>
          <p:nvPr>
            <p:ph type="ftr" sz="quarter" idx="11"/>
          </p:nvPr>
        </p:nvSpPr>
        <p:spPr/>
        <p:txBody>
          <a:bodyPr/>
          <a:p>
            <a:r>
              <a:rPr lang="en-US"/>
              <a:t>CGB1121 – PYTHON PROGRAMMING –PROJECT REVIEW 1</a:t>
            </a:r>
            <a:endParaRPr lang="en-US" dirty="0"/>
          </a:p>
        </p:txBody>
      </p:sp>
      <p:sp>
        <p:nvSpPr>
          <p:cNvPr id="1048749" name="Slide Number Placeholder 5"/>
          <p:cNvSpPr>
            <a:spLocks noGrp="1"/>
          </p:cNvSpPr>
          <p:nvPr>
            <p:ph type="sldNum" sz="quarter" idx="12"/>
          </p:nvPr>
        </p:nvSpPr>
        <p:spPr/>
        <p:txBody>
          <a:bodyPr/>
          <a:p>
            <a:fld id="{B1E085C4-C07B-4C80-B337-90438D59D3CD}" type="slidenum">
              <a:rPr lang="en-US" altLang="en-US" smtClean="0"/>
            </a:fld>
            <a:endParaRPr lang="en-US" altLang="en-US"/>
          </a:p>
        </p:txBody>
      </p:sp>
      <p:sp>
        <p:nvSpPr>
          <p:cNvPr id="1048750"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751"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52"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67" name=""/>
        <p:cNvGrpSpPr/>
        <p:nvPr/>
      </p:nvGrpSpPr>
      <p:grpSpPr>
        <a:xfrm>
          <a:off x="0" y="0"/>
          <a:ext cx="0" cy="0"/>
          <a:chOff x="0" y="0"/>
          <a:chExt cx="0" cy="0"/>
        </a:xfrm>
      </p:grpSpPr>
      <p:sp>
        <p:nvSpPr>
          <p:cNvPr id="1048670"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endParaRPr kumimoji="0" lang="en-US"/>
          </a:p>
        </p:txBody>
      </p:sp>
      <p:sp>
        <p:nvSpPr>
          <p:cNvPr id="1048671"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1048672" name="Date Placeholder 27"/>
          <p:cNvSpPr>
            <a:spLocks noGrp="1"/>
          </p:cNvSpPr>
          <p:nvPr>
            <p:ph type="dt" sz="half" idx="10"/>
          </p:nvPr>
        </p:nvSpPr>
        <p:spPr>
          <a:xfrm>
            <a:off x="6400800" y="4766310"/>
            <a:ext cx="2286000" cy="274320"/>
          </a:xfrm>
        </p:spPr>
        <p:txBody>
          <a:bodyPr/>
          <a:lstStyle>
            <a:lvl1pPr>
              <a:defRPr sz="1400"/>
            </a:lvl1pPr>
          </a:lstStyle>
          <a:p>
            <a:fld id="{5DB7D52D-565F-41B8-8A38-351E75B6160A}" type="datetime3">
              <a:rPr lang="en-US" smtClean="0"/>
            </a:fld>
            <a:endParaRPr lang="en-US" dirty="0"/>
          </a:p>
        </p:txBody>
      </p:sp>
      <p:sp>
        <p:nvSpPr>
          <p:cNvPr id="1048673" name="Footer Placeholder 16"/>
          <p:cNvSpPr>
            <a:spLocks noGrp="1"/>
          </p:cNvSpPr>
          <p:nvPr>
            <p:ph type="ftr" sz="quarter" idx="11"/>
          </p:nvPr>
        </p:nvSpPr>
        <p:spPr>
          <a:xfrm>
            <a:off x="2898648" y="4766310"/>
            <a:ext cx="3474720" cy="274320"/>
          </a:xfrm>
        </p:spPr>
        <p:txBody>
          <a:bodyPr/>
          <a:p>
            <a:r>
              <a:rPr lang="en-US"/>
              <a:t>CGB1121 – PYTHON PROGRAMMING –PROJECT REVIEW 1</a:t>
            </a:r>
            <a:endParaRPr lang="en-US" dirty="0"/>
          </a:p>
        </p:txBody>
      </p:sp>
      <p:sp>
        <p:nvSpPr>
          <p:cNvPr id="1048674" name="Slide Number Placeholder 28"/>
          <p:cNvSpPr>
            <a:spLocks noGrp="1"/>
          </p:cNvSpPr>
          <p:nvPr>
            <p:ph type="sldNum" sz="quarter" idx="12"/>
          </p:nvPr>
        </p:nvSpPr>
        <p:spPr>
          <a:xfrm>
            <a:off x="1216152" y="4766310"/>
            <a:ext cx="1219200" cy="274320"/>
          </a:xfrm>
        </p:spPr>
        <p:txBody>
          <a:bodyPr/>
          <a:p>
            <a:fld id="{C0A8E10E-36D1-42AB-939C-34BEB33CD9E4}" type="slidenum">
              <a:rPr lang="en-US" altLang="en-US" smtClean="0"/>
            </a:fld>
            <a:endParaRPr lang="en-US" altLang="en-US"/>
          </a:p>
        </p:txBody>
      </p:sp>
      <p:sp>
        <p:nvSpPr>
          <p:cNvPr id="1048675"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676"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677"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678"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66" name=""/>
        <p:cNvGrpSpPr/>
        <p:nvPr/>
      </p:nvGrpSpPr>
      <p:grpSpPr>
        <a:xfrm>
          <a:off x="0" y="0"/>
          <a:ext cx="0" cy="0"/>
          <a:chOff x="0" y="0"/>
          <a:chExt cx="0" cy="0"/>
        </a:xfrm>
      </p:grpSpPr>
      <p:sp>
        <p:nvSpPr>
          <p:cNvPr id="1048665" name="Title 1"/>
          <p:cNvSpPr>
            <a:spLocks noGrp="1"/>
          </p:cNvSpPr>
          <p:nvPr>
            <p:ph type="title"/>
          </p:nvPr>
        </p:nvSpPr>
        <p:spPr/>
        <p:txBody>
          <a:bodyPr/>
          <a:p>
            <a:r>
              <a:rPr kumimoji="0" lang="en-US"/>
              <a:t>Click to edit Master title style</a:t>
            </a:r>
            <a:endParaRPr kumimoji="0" lang="en-US"/>
          </a:p>
        </p:txBody>
      </p:sp>
      <p:sp>
        <p:nvSpPr>
          <p:cNvPr id="1048666" name="Date Placeholder 3"/>
          <p:cNvSpPr>
            <a:spLocks noGrp="1"/>
          </p:cNvSpPr>
          <p:nvPr>
            <p:ph type="dt" sz="half" idx="10"/>
          </p:nvPr>
        </p:nvSpPr>
        <p:spPr/>
        <p:txBody>
          <a:bodyPr/>
          <a:p>
            <a:fld id="{10D64E2F-69CC-44E6-A292-0ACA122D21DC}" type="datetime3">
              <a:rPr lang="en-US" smtClean="0"/>
            </a:fld>
            <a:endParaRPr lang="en-US" dirty="0"/>
          </a:p>
        </p:txBody>
      </p:sp>
      <p:sp>
        <p:nvSpPr>
          <p:cNvPr id="1048667" name="Footer Placeholder 4"/>
          <p:cNvSpPr>
            <a:spLocks noGrp="1"/>
          </p:cNvSpPr>
          <p:nvPr>
            <p:ph type="ftr" sz="quarter" idx="11"/>
          </p:nvPr>
        </p:nvSpPr>
        <p:spPr/>
        <p:txBody>
          <a:bodyPr/>
          <a:p>
            <a:r>
              <a:rPr lang="en-US"/>
              <a:t>CGB1121 – PYTHON PROGRAMMING –PROJECT REVIEW 1</a:t>
            </a:r>
            <a:endParaRPr lang="en-US" dirty="0"/>
          </a:p>
        </p:txBody>
      </p:sp>
      <p:sp>
        <p:nvSpPr>
          <p:cNvPr id="1048668"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669" name="Content Placeholder 7"/>
          <p:cNvSpPr>
            <a:spLocks noGrp="1"/>
          </p:cNvSpPr>
          <p:nvPr>
            <p:ph sz="quarter" idx="1"/>
          </p:nvPr>
        </p:nvSpPr>
        <p:spPr>
          <a:xfrm>
            <a:off x="457200" y="914400"/>
            <a:ext cx="8229600"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72" name=""/>
        <p:cNvGrpSpPr/>
        <p:nvPr/>
      </p:nvGrpSpPr>
      <p:grpSpPr>
        <a:xfrm>
          <a:off x="0" y="0"/>
          <a:ext cx="0" cy="0"/>
          <a:chOff x="0" y="0"/>
          <a:chExt cx="0" cy="0"/>
        </a:xfrm>
      </p:grpSpPr>
      <p:sp>
        <p:nvSpPr>
          <p:cNvPr id="1048707"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endParaRPr kumimoji="0" lang="en-US"/>
          </a:p>
        </p:txBody>
      </p:sp>
      <p:sp>
        <p:nvSpPr>
          <p:cNvPr id="1048708"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048709" name="Date Placeholder 3"/>
          <p:cNvSpPr>
            <a:spLocks noGrp="1"/>
          </p:cNvSpPr>
          <p:nvPr>
            <p:ph type="dt" sz="half" idx="10"/>
          </p:nvPr>
        </p:nvSpPr>
        <p:spPr>
          <a:xfrm>
            <a:off x="6400800" y="4766310"/>
            <a:ext cx="2286000" cy="274320"/>
          </a:xfrm>
        </p:spPr>
        <p:txBody>
          <a:bodyPr/>
          <a:p>
            <a:fld id="{66706815-C846-4605-9618-3F6E6CA90352}" type="datetime3">
              <a:rPr lang="en-US" smtClean="0"/>
            </a:fld>
            <a:endParaRPr lang="en-US" dirty="0"/>
          </a:p>
        </p:txBody>
      </p:sp>
      <p:sp>
        <p:nvSpPr>
          <p:cNvPr id="1048710" name="Footer Placeholder 4"/>
          <p:cNvSpPr>
            <a:spLocks noGrp="1"/>
          </p:cNvSpPr>
          <p:nvPr>
            <p:ph type="ftr" sz="quarter" idx="11"/>
          </p:nvPr>
        </p:nvSpPr>
        <p:spPr>
          <a:xfrm>
            <a:off x="2898648" y="4766310"/>
            <a:ext cx="3474720" cy="274320"/>
          </a:xfrm>
        </p:spPr>
        <p:txBody>
          <a:bodyPr/>
          <a:p>
            <a:r>
              <a:rPr lang="en-US"/>
              <a:t>CGB1121 – PYTHON PROGRAMMING –PROJECT REVIEW 1</a:t>
            </a:r>
            <a:endParaRPr lang="en-US" dirty="0"/>
          </a:p>
        </p:txBody>
      </p:sp>
      <p:sp>
        <p:nvSpPr>
          <p:cNvPr id="1048711" name="Slide Number Placeholder 5"/>
          <p:cNvSpPr>
            <a:spLocks noGrp="1"/>
          </p:cNvSpPr>
          <p:nvPr>
            <p:ph type="sldNum" sz="quarter" idx="12"/>
          </p:nvPr>
        </p:nvSpPr>
        <p:spPr>
          <a:xfrm>
            <a:off x="1069848" y="4766310"/>
            <a:ext cx="1520952" cy="274320"/>
          </a:xfrm>
        </p:spPr>
        <p:txBody>
          <a:bodyPr/>
          <a:p>
            <a:fld id="{BEE0AD74-942B-45F6-8EEE-203197083F56}" type="slidenum">
              <a:rPr lang="en-US" altLang="en-US" smtClean="0"/>
            </a:fld>
            <a:endParaRPr lang="en-US" altLang="en-US"/>
          </a:p>
        </p:txBody>
      </p:sp>
      <p:sp>
        <p:nvSpPr>
          <p:cNvPr id="1048712"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13"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71" name=""/>
        <p:cNvGrpSpPr/>
        <p:nvPr/>
      </p:nvGrpSpPr>
      <p:grpSpPr>
        <a:xfrm>
          <a:off x="0" y="0"/>
          <a:ext cx="0" cy="0"/>
          <a:chOff x="0" y="0"/>
          <a:chExt cx="0" cy="0"/>
        </a:xfrm>
      </p:grpSpPr>
      <p:sp>
        <p:nvSpPr>
          <p:cNvPr id="1048701" name="Title 1"/>
          <p:cNvSpPr>
            <a:spLocks noGrp="1"/>
          </p:cNvSpPr>
          <p:nvPr>
            <p:ph type="title"/>
          </p:nvPr>
        </p:nvSpPr>
        <p:spPr>
          <a:xfrm>
            <a:off x="457200" y="171450"/>
            <a:ext cx="8229600" cy="685800"/>
          </a:xfrm>
        </p:spPr>
        <p:txBody>
          <a:bodyPr/>
          <a:p>
            <a:r>
              <a:rPr kumimoji="0" lang="en-US"/>
              <a:t>Click to edit Master title style</a:t>
            </a:r>
            <a:endParaRPr kumimoji="0" lang="en-US"/>
          </a:p>
        </p:txBody>
      </p:sp>
      <p:sp>
        <p:nvSpPr>
          <p:cNvPr id="1048702" name="Date Placeholder 4"/>
          <p:cNvSpPr>
            <a:spLocks noGrp="1"/>
          </p:cNvSpPr>
          <p:nvPr>
            <p:ph type="dt" sz="half" idx="10"/>
          </p:nvPr>
        </p:nvSpPr>
        <p:spPr/>
        <p:txBody>
          <a:bodyPr/>
          <a:p>
            <a:fld id="{21AAA5BA-07A5-4870-B550-A63AA413A813}" type="datetime3">
              <a:rPr lang="en-US" smtClean="0"/>
            </a:fld>
            <a:endParaRPr lang="en-US" dirty="0"/>
          </a:p>
        </p:txBody>
      </p:sp>
      <p:sp>
        <p:nvSpPr>
          <p:cNvPr id="1048703" name="Footer Placeholder 5"/>
          <p:cNvSpPr>
            <a:spLocks noGrp="1"/>
          </p:cNvSpPr>
          <p:nvPr>
            <p:ph type="ftr" sz="quarter" idx="11"/>
          </p:nvPr>
        </p:nvSpPr>
        <p:spPr/>
        <p:txBody>
          <a:bodyPr/>
          <a:p>
            <a:r>
              <a:rPr lang="en-US"/>
              <a:t>CGB1121 – PYTHON PROGRAMMING –PROJECT REVIEW 1</a:t>
            </a:r>
            <a:endParaRPr lang="en-US" dirty="0"/>
          </a:p>
        </p:txBody>
      </p:sp>
      <p:sp>
        <p:nvSpPr>
          <p:cNvPr id="1048704" name="Slide Number Placeholder 6"/>
          <p:cNvSpPr>
            <a:spLocks noGrp="1"/>
          </p:cNvSpPr>
          <p:nvPr>
            <p:ph type="sldNum" sz="quarter" idx="12"/>
          </p:nvPr>
        </p:nvSpPr>
        <p:spPr/>
        <p:txBody>
          <a:bodyPr/>
          <a:p>
            <a:fld id="{DB554FDC-F986-4516-81A3-5CBC9634E9C1}" type="slidenum">
              <a:rPr lang="en-US" altLang="en-US" smtClean="0"/>
            </a:fld>
            <a:endParaRPr lang="en-US" altLang="en-US"/>
          </a:p>
        </p:txBody>
      </p:sp>
      <p:sp>
        <p:nvSpPr>
          <p:cNvPr id="1048705" name="Content Placeholder 8"/>
          <p:cNvSpPr>
            <a:spLocks noGrp="1"/>
          </p:cNvSpPr>
          <p:nvPr>
            <p:ph sz="quarter" idx="1"/>
          </p:nvPr>
        </p:nvSpPr>
        <p:spPr>
          <a:xfrm>
            <a:off x="457200" y="914400"/>
            <a:ext cx="4041648"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706" name="Content Placeholder 10"/>
          <p:cNvSpPr>
            <a:spLocks noGrp="1"/>
          </p:cNvSpPr>
          <p:nvPr>
            <p:ph sz="quarter" idx="2"/>
          </p:nvPr>
        </p:nvSpPr>
        <p:spPr>
          <a:xfrm>
            <a:off x="4632198" y="912114"/>
            <a:ext cx="4041648"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75" name=""/>
        <p:cNvGrpSpPr/>
        <p:nvPr/>
      </p:nvGrpSpPr>
      <p:grpSpPr>
        <a:xfrm>
          <a:off x="0" y="0"/>
          <a:ext cx="0" cy="0"/>
          <a:chOff x="0" y="0"/>
          <a:chExt cx="0" cy="0"/>
        </a:xfrm>
      </p:grpSpPr>
      <p:sp>
        <p:nvSpPr>
          <p:cNvPr id="1048728" name="Title 1"/>
          <p:cNvSpPr>
            <a:spLocks noGrp="1"/>
          </p:cNvSpPr>
          <p:nvPr>
            <p:ph type="title"/>
          </p:nvPr>
        </p:nvSpPr>
        <p:spPr>
          <a:xfrm>
            <a:off x="457200" y="171450"/>
            <a:ext cx="8229600" cy="685800"/>
          </a:xfrm>
        </p:spPr>
        <p:txBody>
          <a:bodyPr anchor="ctr"/>
          <a:p>
            <a:r>
              <a:rPr kumimoji="0" lang="en-US"/>
              <a:t>Click to edit Master title style</a:t>
            </a:r>
            <a:endParaRPr kumimoji="0" lang="en-US"/>
          </a:p>
        </p:txBody>
      </p:sp>
      <p:sp>
        <p:nvSpPr>
          <p:cNvPr id="1048729"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048730" name="Text Placeholder 3"/>
          <p:cNvSpPr>
            <a:spLocks noGrp="1"/>
          </p:cNvSpPr>
          <p:nvPr>
            <p:ph type="body" sz="half" idx="3"/>
          </p:nvPr>
        </p:nvSpPr>
        <p:spPr>
          <a:xfrm>
            <a:off x="4648201" y="971550"/>
            <a:ext cx="4041775" cy="514350"/>
          </a:xfrm>
          <a:noFill/>
          <a:ln>
            <a:noFill/>
          </a:ln>
        </p:spPr>
        <p:txBody>
          <a:bodyPr lIns="91440" anchor="b" anchorCtr="0">
            <a:normAutofit fontScale="91667" lnSpcReduction="20000"/>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048731" name="Date Placeholder 6"/>
          <p:cNvSpPr>
            <a:spLocks noGrp="1"/>
          </p:cNvSpPr>
          <p:nvPr>
            <p:ph type="dt" sz="half" idx="10"/>
          </p:nvPr>
        </p:nvSpPr>
        <p:spPr/>
        <p:txBody>
          <a:bodyPr/>
          <a:p>
            <a:fld id="{C56CBCAE-4922-43E5-A623-0BF880173A60}" type="datetime3">
              <a:rPr lang="en-US" smtClean="0"/>
            </a:fld>
            <a:endParaRPr lang="en-US" dirty="0"/>
          </a:p>
        </p:txBody>
      </p:sp>
      <p:sp>
        <p:nvSpPr>
          <p:cNvPr id="1048732" name="Footer Placeholder 7"/>
          <p:cNvSpPr>
            <a:spLocks noGrp="1"/>
          </p:cNvSpPr>
          <p:nvPr>
            <p:ph type="ftr" sz="quarter" idx="11"/>
          </p:nvPr>
        </p:nvSpPr>
        <p:spPr/>
        <p:txBody>
          <a:bodyPr/>
          <a:p>
            <a:r>
              <a:rPr lang="en-US"/>
              <a:t>CGB1121 – PYTHON PROGRAMMING –PROJECT REVIEW 1</a:t>
            </a:r>
            <a:endParaRPr lang="en-US" dirty="0"/>
          </a:p>
        </p:txBody>
      </p:sp>
      <p:sp>
        <p:nvSpPr>
          <p:cNvPr id="1048733" name="Slide Number Placeholder 8"/>
          <p:cNvSpPr>
            <a:spLocks noGrp="1"/>
          </p:cNvSpPr>
          <p:nvPr>
            <p:ph type="sldNum" sz="quarter" idx="12"/>
          </p:nvPr>
        </p:nvSpPr>
        <p:spPr/>
        <p:txBody>
          <a:bodyPr/>
          <a:p>
            <a:fld id="{02A63921-D0A8-45BD-ADF0-24CC5F135FEC}" type="slidenum">
              <a:rPr lang="en-US" altLang="en-US" smtClean="0"/>
            </a:fld>
            <a:endParaRPr lang="en-US" altLang="en-US"/>
          </a:p>
        </p:txBody>
      </p:sp>
      <p:sp>
        <p:nvSpPr>
          <p:cNvPr id="1048734" name="Content Placeholder 10"/>
          <p:cNvSpPr>
            <a:spLocks noGrp="1"/>
          </p:cNvSpPr>
          <p:nvPr>
            <p:ph sz="quarter" idx="2"/>
          </p:nvPr>
        </p:nvSpPr>
        <p:spPr>
          <a:xfrm>
            <a:off x="457200" y="1600200"/>
            <a:ext cx="4038600" cy="30289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735" name="Content Placeholder 12"/>
          <p:cNvSpPr>
            <a:spLocks noGrp="1"/>
          </p:cNvSpPr>
          <p:nvPr>
            <p:ph sz="quarter" idx="4"/>
          </p:nvPr>
        </p:nvSpPr>
        <p:spPr>
          <a:xfrm>
            <a:off x="4648200" y="1600200"/>
            <a:ext cx="4038600" cy="30289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74" name=""/>
        <p:cNvGrpSpPr/>
        <p:nvPr/>
      </p:nvGrpSpPr>
      <p:grpSpPr>
        <a:xfrm>
          <a:off x="0" y="0"/>
          <a:ext cx="0" cy="0"/>
          <a:chOff x="0" y="0"/>
          <a:chExt cx="0" cy="0"/>
        </a:xfrm>
      </p:grpSpPr>
      <p:sp>
        <p:nvSpPr>
          <p:cNvPr id="1048723" name="Title 1"/>
          <p:cNvSpPr>
            <a:spLocks noGrp="1"/>
          </p:cNvSpPr>
          <p:nvPr>
            <p:ph type="title"/>
          </p:nvPr>
        </p:nvSpPr>
        <p:spPr>
          <a:xfrm>
            <a:off x="457200" y="171450"/>
            <a:ext cx="8229600" cy="685800"/>
          </a:xfrm>
        </p:spPr>
        <p:txBody>
          <a:bodyPr/>
          <a:p>
            <a:r>
              <a:rPr kumimoji="0" lang="en-US"/>
              <a:t>Click to edit Master title style</a:t>
            </a:r>
            <a:endParaRPr kumimoji="0" lang="en-US"/>
          </a:p>
        </p:txBody>
      </p:sp>
      <p:sp>
        <p:nvSpPr>
          <p:cNvPr id="1048724" name="Date Placeholder 2"/>
          <p:cNvSpPr>
            <a:spLocks noGrp="1"/>
          </p:cNvSpPr>
          <p:nvPr>
            <p:ph type="dt" sz="half" idx="10"/>
          </p:nvPr>
        </p:nvSpPr>
        <p:spPr/>
        <p:txBody>
          <a:bodyPr/>
          <a:p>
            <a:fld id="{04A49A9B-770B-4D1D-BEA9-C1C4C9A5A662}" type="datetime3">
              <a:rPr lang="en-US" smtClean="0"/>
            </a:fld>
            <a:endParaRPr lang="en-US" dirty="0"/>
          </a:p>
        </p:txBody>
      </p:sp>
      <p:sp>
        <p:nvSpPr>
          <p:cNvPr id="1048725" name="Footer Placeholder 3"/>
          <p:cNvSpPr>
            <a:spLocks noGrp="1"/>
          </p:cNvSpPr>
          <p:nvPr>
            <p:ph type="ftr" sz="quarter" idx="11"/>
          </p:nvPr>
        </p:nvSpPr>
        <p:spPr/>
        <p:txBody>
          <a:bodyPr/>
          <a:p>
            <a:r>
              <a:rPr lang="en-US"/>
              <a:t>CGB1121 – PYTHON PROGRAMMING –PROJECT REVIEW 1</a:t>
            </a:r>
            <a:endParaRPr lang="en-US" dirty="0"/>
          </a:p>
        </p:txBody>
      </p:sp>
      <p:sp>
        <p:nvSpPr>
          <p:cNvPr id="1048726" name="Slide Number Placeholder 4"/>
          <p:cNvSpPr>
            <a:spLocks noGrp="1"/>
          </p:cNvSpPr>
          <p:nvPr>
            <p:ph type="sldNum" sz="quarter" idx="12"/>
          </p:nvPr>
        </p:nvSpPr>
        <p:spPr/>
        <p:txBody>
          <a:bodyPr/>
          <a:p>
            <a:fld id="{4CE540F1-D866-4735-9E65-A1952EADD02D}" type="slidenum">
              <a:rPr lang="en-US" altLang="en-US" smtClean="0"/>
            </a:fld>
            <a:endParaRPr lang="en-US" altLang="en-US"/>
          </a:p>
        </p:txBody>
      </p:sp>
      <p:sp>
        <p:nvSpPr>
          <p:cNvPr id="1048727"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65" name=""/>
        <p:cNvGrpSpPr/>
        <p:nvPr/>
      </p:nvGrpSpPr>
      <p:grpSpPr>
        <a:xfrm>
          <a:off x="0" y="0"/>
          <a:ext cx="0" cy="0"/>
          <a:chOff x="0" y="0"/>
          <a:chExt cx="0" cy="0"/>
        </a:xfrm>
      </p:grpSpPr>
      <p:sp>
        <p:nvSpPr>
          <p:cNvPr id="1048660" name="Date Placeholder 1"/>
          <p:cNvSpPr>
            <a:spLocks noGrp="1"/>
          </p:cNvSpPr>
          <p:nvPr>
            <p:ph type="dt" sz="half" idx="10"/>
          </p:nvPr>
        </p:nvSpPr>
        <p:spPr/>
        <p:txBody>
          <a:bodyPr/>
          <a:p>
            <a:fld id="{7B70C381-8234-4493-A0B4-F2FD96F1DB14}" type="datetime3">
              <a:rPr lang="en-US" smtClean="0"/>
            </a:fld>
            <a:endParaRPr lang="en-US" dirty="0"/>
          </a:p>
        </p:txBody>
      </p:sp>
      <p:sp>
        <p:nvSpPr>
          <p:cNvPr id="1048661" name="Footer Placeholder 2"/>
          <p:cNvSpPr>
            <a:spLocks noGrp="1"/>
          </p:cNvSpPr>
          <p:nvPr>
            <p:ph type="ftr" sz="quarter" idx="11"/>
          </p:nvPr>
        </p:nvSpPr>
        <p:spPr/>
        <p:txBody>
          <a:bodyPr/>
          <a:p>
            <a:r>
              <a:rPr lang="en-US"/>
              <a:t>CGB1121 – PYTHON PROGRAMMING –PROJECT REVIEW 1</a:t>
            </a:r>
            <a:endParaRPr lang="en-US" dirty="0"/>
          </a:p>
        </p:txBody>
      </p:sp>
      <p:sp>
        <p:nvSpPr>
          <p:cNvPr id="1048662" name="Slide Number Placeholder 3"/>
          <p:cNvSpPr>
            <a:spLocks noGrp="1"/>
          </p:cNvSpPr>
          <p:nvPr>
            <p:ph type="sldNum" sz="quarter" idx="12"/>
          </p:nvPr>
        </p:nvSpPr>
        <p:spPr/>
        <p:txBody>
          <a:bodyPr/>
          <a:p>
            <a:fld id="{2571F5BB-190B-45BA-B754-2541F8CA6F46}" type="slidenum">
              <a:rPr lang="en-US" altLang="en-US" smtClean="0"/>
            </a:fld>
            <a:endParaRPr lang="en-US" altLang="en-US"/>
          </a:p>
        </p:txBody>
      </p:sp>
      <p:sp>
        <p:nvSpPr>
          <p:cNvPr id="1048663"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64"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73" name=""/>
        <p:cNvGrpSpPr/>
        <p:nvPr/>
      </p:nvGrpSpPr>
      <p:grpSpPr>
        <a:xfrm>
          <a:off x="0" y="0"/>
          <a:ext cx="0" cy="0"/>
          <a:chOff x="0" y="0"/>
          <a:chExt cx="0" cy="0"/>
        </a:xfrm>
      </p:grpSpPr>
      <p:sp>
        <p:nvSpPr>
          <p:cNvPr id="1048714"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endParaRPr kumimoji="0" lang="en-US"/>
          </a:p>
        </p:txBody>
      </p:sp>
      <p:sp>
        <p:nvSpPr>
          <p:cNvPr id="1048715"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1048716" name="Date Placeholder 4"/>
          <p:cNvSpPr>
            <a:spLocks noGrp="1"/>
          </p:cNvSpPr>
          <p:nvPr>
            <p:ph type="dt" sz="half" idx="10"/>
          </p:nvPr>
        </p:nvSpPr>
        <p:spPr/>
        <p:txBody>
          <a:bodyPr/>
          <a:p>
            <a:fld id="{EC218892-8D6F-4935-9522-D7F3839DE182}" type="datetime3">
              <a:rPr lang="en-US" smtClean="0"/>
            </a:fld>
            <a:endParaRPr lang="en-US" dirty="0"/>
          </a:p>
        </p:txBody>
      </p:sp>
      <p:sp>
        <p:nvSpPr>
          <p:cNvPr id="1048717" name="Footer Placeholder 5"/>
          <p:cNvSpPr>
            <a:spLocks noGrp="1"/>
          </p:cNvSpPr>
          <p:nvPr>
            <p:ph type="ftr" sz="quarter" idx="11"/>
          </p:nvPr>
        </p:nvSpPr>
        <p:spPr/>
        <p:txBody>
          <a:bodyPr/>
          <a:p>
            <a:r>
              <a:rPr lang="en-US"/>
              <a:t>CGB1121 – PYTHON PROGRAMMING –PROJECT REVIEW 1</a:t>
            </a:r>
            <a:endParaRPr lang="en-US" dirty="0"/>
          </a:p>
        </p:txBody>
      </p:sp>
      <p:sp>
        <p:nvSpPr>
          <p:cNvPr id="1048718" name="Slide Number Placeholder 6"/>
          <p:cNvSpPr>
            <a:spLocks noGrp="1"/>
          </p:cNvSpPr>
          <p:nvPr>
            <p:ph type="sldNum" sz="quarter" idx="12"/>
          </p:nvPr>
        </p:nvSpPr>
        <p:spPr/>
        <p:txBody>
          <a:bodyPr/>
          <a:p>
            <a:fld id="{4B3D1EAA-7E8D-49EA-BCBB-3C5BA424400D}" type="slidenum">
              <a:rPr lang="en-US" altLang="en-US" smtClean="0"/>
            </a:fld>
            <a:endParaRPr lang="en-US" altLang="en-US"/>
          </a:p>
        </p:txBody>
      </p:sp>
      <p:sp>
        <p:nvSpPr>
          <p:cNvPr id="1048719"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72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dirty="0"/>
          </a:p>
        </p:txBody>
      </p:sp>
      <p:sp>
        <p:nvSpPr>
          <p:cNvPr id="1048721"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22" name="Content Placeholder 11"/>
          <p:cNvSpPr>
            <a:spLocks noGrp="1"/>
          </p:cNvSpPr>
          <p:nvPr>
            <p:ph sz="quarter" idx="1"/>
          </p:nvPr>
        </p:nvSpPr>
        <p:spPr>
          <a:xfrm>
            <a:off x="304800" y="228600"/>
            <a:ext cx="5715000" cy="42862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68" name=""/>
        <p:cNvGrpSpPr/>
        <p:nvPr/>
      </p:nvGrpSpPr>
      <p:grpSpPr>
        <a:xfrm>
          <a:off x="0" y="0"/>
          <a:ext cx="0" cy="0"/>
          <a:chOff x="0" y="0"/>
          <a:chExt cx="0" cy="0"/>
        </a:xfrm>
      </p:grpSpPr>
      <p:sp>
        <p:nvSpPr>
          <p:cNvPr id="1048679"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endParaRPr kumimoji="0" lang="en-US"/>
          </a:p>
        </p:txBody>
      </p:sp>
      <p:sp>
        <p:nvSpPr>
          <p:cNvPr id="1048680"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1048681"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1048682" name="Date Placeholder 4"/>
          <p:cNvSpPr>
            <a:spLocks noGrp="1"/>
          </p:cNvSpPr>
          <p:nvPr>
            <p:ph type="dt" sz="half" idx="10"/>
          </p:nvPr>
        </p:nvSpPr>
        <p:spPr/>
        <p:txBody>
          <a:bodyPr/>
          <a:p>
            <a:fld id="{5246F511-33B4-4684-9F91-8CFDFBA51AAB}" type="datetime3">
              <a:rPr lang="en-US" smtClean="0"/>
            </a:fld>
            <a:endParaRPr lang="en-US" dirty="0"/>
          </a:p>
        </p:txBody>
      </p:sp>
      <p:sp>
        <p:nvSpPr>
          <p:cNvPr id="1048683" name="Footer Placeholder 5"/>
          <p:cNvSpPr>
            <a:spLocks noGrp="1"/>
          </p:cNvSpPr>
          <p:nvPr>
            <p:ph type="ftr" sz="quarter" idx="11"/>
          </p:nvPr>
        </p:nvSpPr>
        <p:spPr/>
        <p:txBody>
          <a:bodyPr/>
          <a:p>
            <a:r>
              <a:rPr lang="en-US"/>
              <a:t>CGB1121 – PYTHON PROGRAMMING –PROJECT REVIEW 1</a:t>
            </a:r>
            <a:endParaRPr lang="en-US" dirty="0"/>
          </a:p>
        </p:txBody>
      </p:sp>
      <p:sp>
        <p:nvSpPr>
          <p:cNvPr id="1048684" name="Slide Number Placeholder 6"/>
          <p:cNvSpPr>
            <a:spLocks noGrp="1"/>
          </p:cNvSpPr>
          <p:nvPr>
            <p:ph type="sldNum" sz="quarter" idx="12"/>
          </p:nvPr>
        </p:nvSpPr>
        <p:spPr/>
        <p:txBody>
          <a:bodyPr/>
          <a:p>
            <a:fld id="{7B93E55C-A662-4067-BE20-A4D82E579A38}" type="slidenum">
              <a:rPr lang="en-US" altLang="en-US" smtClean="0"/>
            </a:fld>
            <a:endParaRPr lang="en-US" altLang="en-US"/>
          </a:p>
        </p:txBody>
      </p:sp>
      <p:sp>
        <p:nvSpPr>
          <p:cNvPr id="1048685"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86"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687"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69" name=""/>
        <p:cNvGrpSpPr/>
        <p:nvPr/>
      </p:nvGrpSpPr>
      <p:grpSpPr>
        <a:xfrm>
          <a:off x="0" y="0"/>
          <a:ext cx="0" cy="0"/>
          <a:chOff x="0" y="0"/>
          <a:chExt cx="0" cy="0"/>
        </a:xfrm>
      </p:grpSpPr>
      <p:sp>
        <p:nvSpPr>
          <p:cNvPr id="1048688" name="Title 1"/>
          <p:cNvSpPr>
            <a:spLocks noGrp="1"/>
          </p:cNvSpPr>
          <p:nvPr>
            <p:ph type="title"/>
          </p:nvPr>
        </p:nvSpPr>
        <p:spPr/>
        <p:txBody>
          <a:bodyPr/>
          <a:p>
            <a:r>
              <a:rPr kumimoji="0" lang="en-US"/>
              <a:t>Click to edit Master title style</a:t>
            </a:r>
            <a:endParaRPr kumimoji="0" lang="en-US"/>
          </a:p>
        </p:txBody>
      </p:sp>
      <p:sp>
        <p:nvSpPr>
          <p:cNvPr id="1048689" name="Vertical Text Placeholder 2"/>
          <p:cNvSpPr>
            <a:spLocks noGrp="1"/>
          </p:cNvSpPr>
          <p:nvPr>
            <p:ph type="body" orient="vert" idx="1"/>
          </p:nvPr>
        </p:nvSpPr>
        <p:spPr/>
        <p:txBody>
          <a:bodyPr vert="eaVert"/>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690" name="Date Placeholder 3"/>
          <p:cNvSpPr>
            <a:spLocks noGrp="1"/>
          </p:cNvSpPr>
          <p:nvPr>
            <p:ph type="dt" sz="half" idx="10"/>
          </p:nvPr>
        </p:nvSpPr>
        <p:spPr/>
        <p:txBody>
          <a:bodyPr/>
          <a:p>
            <a:fld id="{BCD6E9A3-7C5D-44BD-B91B-2254645B0D35}" type="datetime3">
              <a:rPr lang="en-US" smtClean="0"/>
            </a:fld>
            <a:endParaRPr lang="en-US" dirty="0"/>
          </a:p>
        </p:txBody>
      </p:sp>
      <p:sp>
        <p:nvSpPr>
          <p:cNvPr id="1048691" name="Footer Placeholder 4"/>
          <p:cNvSpPr>
            <a:spLocks noGrp="1"/>
          </p:cNvSpPr>
          <p:nvPr>
            <p:ph type="ftr" sz="quarter" idx="11"/>
          </p:nvPr>
        </p:nvSpPr>
        <p:spPr/>
        <p:txBody>
          <a:bodyPr/>
          <a:p>
            <a:r>
              <a:rPr lang="en-US"/>
              <a:t>CGB1121 – PYTHON PROGRAMMING –PROJECT REVIEW 1</a:t>
            </a:r>
            <a:endParaRPr lang="en-US" dirty="0"/>
          </a:p>
        </p:txBody>
      </p:sp>
      <p:sp>
        <p:nvSpPr>
          <p:cNvPr id="1048692" name="Slide Number Placeholder 5"/>
          <p:cNvSpPr>
            <a:spLocks noGrp="1"/>
          </p:cNvSpPr>
          <p:nvPr>
            <p:ph type="sldNum" sz="quarter" idx="12"/>
          </p:nvPr>
        </p:nvSpPr>
        <p:spPr/>
        <p:txBody>
          <a:bodyPr/>
          <a:p>
            <a:fld id="{9A0C11DA-FA02-4E33-93FC-C378FAF95FBA}" type="slidenum">
              <a:rPr lang="en-US" altLang="en-US" smtClean="0"/>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70" name=""/>
        <p:cNvGrpSpPr/>
        <p:nvPr/>
      </p:nvGrpSpPr>
      <p:grpSpPr>
        <a:xfrm>
          <a:off x="0" y="0"/>
          <a:ext cx="0" cy="0"/>
          <a:chOff x="0" y="0"/>
          <a:chExt cx="0" cy="0"/>
        </a:xfrm>
      </p:grpSpPr>
      <p:sp>
        <p:nvSpPr>
          <p:cNvPr id="1048693" name="Vertical Title 1"/>
          <p:cNvSpPr>
            <a:spLocks noGrp="1"/>
          </p:cNvSpPr>
          <p:nvPr>
            <p:ph type="title" orient="vert"/>
          </p:nvPr>
        </p:nvSpPr>
        <p:spPr>
          <a:xfrm>
            <a:off x="6629400" y="205979"/>
            <a:ext cx="2057400" cy="4388644"/>
          </a:xfrm>
        </p:spPr>
        <p:txBody>
          <a:bodyPr vert="eaVert"/>
          <a:p>
            <a:r>
              <a:rPr kumimoji="0" lang="en-US"/>
              <a:t>Click to edit Master title style</a:t>
            </a:r>
            <a:endParaRPr kumimoji="0" lang="en-US"/>
          </a:p>
        </p:txBody>
      </p:sp>
      <p:sp>
        <p:nvSpPr>
          <p:cNvPr id="1048694" name="Vertical Text Placeholder 2"/>
          <p:cNvSpPr>
            <a:spLocks noGrp="1"/>
          </p:cNvSpPr>
          <p:nvPr>
            <p:ph type="body" orient="vert" idx="1"/>
          </p:nvPr>
        </p:nvSpPr>
        <p:spPr>
          <a:xfrm>
            <a:off x="457200" y="205979"/>
            <a:ext cx="6019800" cy="4388644"/>
          </a:xfrm>
        </p:spPr>
        <p:txBody>
          <a:bodyPr vert="eaVert"/>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695" name="Date Placeholder 3"/>
          <p:cNvSpPr>
            <a:spLocks noGrp="1"/>
          </p:cNvSpPr>
          <p:nvPr>
            <p:ph type="dt" sz="half" idx="10"/>
          </p:nvPr>
        </p:nvSpPr>
        <p:spPr/>
        <p:txBody>
          <a:bodyPr/>
          <a:p>
            <a:fld id="{A9A020FA-B49B-4391-A45E-A9A582874558}" type="datetime3">
              <a:rPr lang="en-US" smtClean="0"/>
            </a:fld>
            <a:endParaRPr lang="en-US" dirty="0"/>
          </a:p>
        </p:txBody>
      </p:sp>
      <p:sp>
        <p:nvSpPr>
          <p:cNvPr id="1048696" name="Footer Placeholder 4"/>
          <p:cNvSpPr>
            <a:spLocks noGrp="1"/>
          </p:cNvSpPr>
          <p:nvPr>
            <p:ph type="ftr" sz="quarter" idx="11"/>
          </p:nvPr>
        </p:nvSpPr>
        <p:spPr/>
        <p:txBody>
          <a:bodyPr/>
          <a:p>
            <a:r>
              <a:rPr lang="en-US"/>
              <a:t>CGB1121 – PYTHON PROGRAMMING –PROJECT REVIEW 1</a:t>
            </a:r>
            <a:endParaRPr lang="en-US" dirty="0"/>
          </a:p>
        </p:txBody>
      </p:sp>
      <p:sp>
        <p:nvSpPr>
          <p:cNvPr id="1048697" name="Slide Number Placeholder 5"/>
          <p:cNvSpPr>
            <a:spLocks noGrp="1"/>
          </p:cNvSpPr>
          <p:nvPr>
            <p:ph type="sldNum" sz="quarter" idx="12"/>
          </p:nvPr>
        </p:nvSpPr>
        <p:spPr/>
        <p:txBody>
          <a:bodyPr/>
          <a:p>
            <a:fld id="{B1E085C4-C07B-4C80-B337-90438D59D3CD}" type="slidenum">
              <a:rPr lang="en-US" altLang="en-US" smtClean="0"/>
            </a:fld>
            <a:endParaRPr lang="en-US" altLang="en-US"/>
          </a:p>
        </p:txBody>
      </p:sp>
      <p:sp>
        <p:nvSpPr>
          <p:cNvPr id="1048698"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99"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700"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87" name=""/>
        <p:cNvGrpSpPr/>
        <p:nvPr/>
      </p:nvGrpSpPr>
      <p:grpSpPr>
        <a:xfrm>
          <a:off x="0" y="0"/>
          <a:ext cx="0" cy="0"/>
          <a:chOff x="0" y="0"/>
          <a:chExt cx="0" cy="0"/>
        </a:xfrm>
      </p:grpSpPr>
      <p:sp>
        <p:nvSpPr>
          <p:cNvPr id="1048817"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endParaRPr kumimoji="0" lang="en-US"/>
          </a:p>
        </p:txBody>
      </p:sp>
      <p:sp>
        <p:nvSpPr>
          <p:cNvPr id="1048818"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1048819" name="Date Placeholder 27"/>
          <p:cNvSpPr>
            <a:spLocks noGrp="1"/>
          </p:cNvSpPr>
          <p:nvPr>
            <p:ph type="dt" sz="half" idx="10"/>
          </p:nvPr>
        </p:nvSpPr>
        <p:spPr>
          <a:xfrm>
            <a:off x="6400800" y="4766310"/>
            <a:ext cx="2286000" cy="274320"/>
          </a:xfrm>
        </p:spPr>
        <p:txBody>
          <a:bodyPr/>
          <a:lstStyle>
            <a:lvl1pPr>
              <a:defRPr sz="1400"/>
            </a:lvl1pPr>
          </a:lstStyle>
          <a:p>
            <a:fld id="{5DB7D52D-565F-41B8-8A38-351E75B6160A}" type="datetime3">
              <a:rPr lang="en-US" smtClean="0"/>
            </a:fld>
            <a:endParaRPr lang="en-US" dirty="0"/>
          </a:p>
        </p:txBody>
      </p:sp>
      <p:sp>
        <p:nvSpPr>
          <p:cNvPr id="1048820" name="Footer Placeholder 16"/>
          <p:cNvSpPr>
            <a:spLocks noGrp="1"/>
          </p:cNvSpPr>
          <p:nvPr>
            <p:ph type="ftr" sz="quarter" idx="11"/>
          </p:nvPr>
        </p:nvSpPr>
        <p:spPr>
          <a:xfrm>
            <a:off x="2898648" y="4766310"/>
            <a:ext cx="3474720" cy="274320"/>
          </a:xfrm>
        </p:spPr>
        <p:txBody>
          <a:bodyPr/>
          <a:p>
            <a:r>
              <a:rPr lang="en-US"/>
              <a:t>CGB1121 – PYTHON PROGRAMMING –PROJECT REVIEW 1</a:t>
            </a:r>
            <a:endParaRPr lang="en-US" dirty="0"/>
          </a:p>
        </p:txBody>
      </p:sp>
      <p:sp>
        <p:nvSpPr>
          <p:cNvPr id="1048821" name="Slide Number Placeholder 28"/>
          <p:cNvSpPr>
            <a:spLocks noGrp="1"/>
          </p:cNvSpPr>
          <p:nvPr>
            <p:ph type="sldNum" sz="quarter" idx="12"/>
          </p:nvPr>
        </p:nvSpPr>
        <p:spPr>
          <a:xfrm>
            <a:off x="1216152" y="4766310"/>
            <a:ext cx="1219200" cy="274320"/>
          </a:xfrm>
        </p:spPr>
        <p:txBody>
          <a:bodyPr/>
          <a:p>
            <a:fld id="{C0A8E10E-36D1-42AB-939C-34BEB33CD9E4}" type="slidenum">
              <a:rPr lang="en-US" altLang="en-US" smtClean="0"/>
            </a:fld>
            <a:endParaRPr lang="en-US" altLang="en-US"/>
          </a:p>
        </p:txBody>
      </p:sp>
      <p:sp>
        <p:nvSpPr>
          <p:cNvPr id="1048822"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2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24"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25"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42" name=""/>
        <p:cNvGrpSpPr/>
        <p:nvPr/>
      </p:nvGrpSpPr>
      <p:grpSpPr>
        <a:xfrm>
          <a:off x="0" y="0"/>
          <a:ext cx="0" cy="0"/>
          <a:chOff x="0" y="0"/>
          <a:chExt cx="0" cy="0"/>
        </a:xfrm>
      </p:grpSpPr>
      <p:sp>
        <p:nvSpPr>
          <p:cNvPr id="1048605" name="Title 1"/>
          <p:cNvSpPr>
            <a:spLocks noGrp="1"/>
          </p:cNvSpPr>
          <p:nvPr>
            <p:ph type="title"/>
          </p:nvPr>
        </p:nvSpPr>
        <p:spPr/>
        <p:txBody>
          <a:bodyPr/>
          <a:p>
            <a:r>
              <a:rPr kumimoji="0" lang="en-US"/>
              <a:t>Click to edit Master title style</a:t>
            </a:r>
            <a:endParaRPr kumimoji="0" lang="en-US"/>
          </a:p>
        </p:txBody>
      </p:sp>
      <p:sp>
        <p:nvSpPr>
          <p:cNvPr id="1048606" name="Date Placeholder 3"/>
          <p:cNvSpPr>
            <a:spLocks noGrp="1"/>
          </p:cNvSpPr>
          <p:nvPr>
            <p:ph type="dt" sz="half" idx="10"/>
          </p:nvPr>
        </p:nvSpPr>
        <p:spPr/>
        <p:txBody>
          <a:bodyPr/>
          <a:p>
            <a:fld id="{10D64E2F-69CC-44E6-A292-0ACA122D21DC}" type="datetime3">
              <a:rPr lang="en-US" smtClean="0"/>
            </a:fld>
            <a:endParaRPr lang="en-US" dirty="0"/>
          </a:p>
        </p:txBody>
      </p:sp>
      <p:sp>
        <p:nvSpPr>
          <p:cNvPr id="1048607" name="Footer Placeholder 4"/>
          <p:cNvSpPr>
            <a:spLocks noGrp="1"/>
          </p:cNvSpPr>
          <p:nvPr>
            <p:ph type="ftr" sz="quarter" idx="11"/>
          </p:nvPr>
        </p:nvSpPr>
        <p:spPr/>
        <p:txBody>
          <a:bodyPr/>
          <a:p>
            <a:r>
              <a:rPr lang="en-US"/>
              <a:t>CGB1121 – PYTHON PROGRAMMING –PROJECT REVIEW 1</a:t>
            </a:r>
            <a:endParaRPr lang="en-US" dirty="0"/>
          </a:p>
        </p:txBody>
      </p:sp>
      <p:sp>
        <p:nvSpPr>
          <p:cNvPr id="1048608"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609" name="Content Placeholder 7"/>
          <p:cNvSpPr>
            <a:spLocks noGrp="1"/>
          </p:cNvSpPr>
          <p:nvPr>
            <p:ph sz="quarter" idx="1"/>
          </p:nvPr>
        </p:nvSpPr>
        <p:spPr>
          <a:xfrm>
            <a:off x="457200" y="914400"/>
            <a:ext cx="8229600"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85" name=""/>
        <p:cNvGrpSpPr/>
        <p:nvPr/>
      </p:nvGrpSpPr>
      <p:grpSpPr>
        <a:xfrm>
          <a:off x="0" y="0"/>
          <a:ext cx="0" cy="0"/>
          <a:chOff x="0" y="0"/>
          <a:chExt cx="0" cy="0"/>
        </a:xfrm>
      </p:grpSpPr>
      <p:sp>
        <p:nvSpPr>
          <p:cNvPr id="1048805"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endParaRPr kumimoji="0" lang="en-US"/>
          </a:p>
        </p:txBody>
      </p:sp>
      <p:sp>
        <p:nvSpPr>
          <p:cNvPr id="1048806"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048807" name="Date Placeholder 3"/>
          <p:cNvSpPr>
            <a:spLocks noGrp="1"/>
          </p:cNvSpPr>
          <p:nvPr>
            <p:ph type="dt" sz="half" idx="10"/>
          </p:nvPr>
        </p:nvSpPr>
        <p:spPr>
          <a:xfrm>
            <a:off x="6400800" y="4766310"/>
            <a:ext cx="2286000" cy="274320"/>
          </a:xfrm>
        </p:spPr>
        <p:txBody>
          <a:bodyPr/>
          <a:p>
            <a:fld id="{66706815-C846-4605-9618-3F6E6CA90352}" type="datetime3">
              <a:rPr lang="en-US" smtClean="0"/>
            </a:fld>
            <a:endParaRPr lang="en-US" dirty="0"/>
          </a:p>
        </p:txBody>
      </p:sp>
      <p:sp>
        <p:nvSpPr>
          <p:cNvPr id="1048808" name="Footer Placeholder 4"/>
          <p:cNvSpPr>
            <a:spLocks noGrp="1"/>
          </p:cNvSpPr>
          <p:nvPr>
            <p:ph type="ftr" sz="quarter" idx="11"/>
          </p:nvPr>
        </p:nvSpPr>
        <p:spPr>
          <a:xfrm>
            <a:off x="2898648" y="4766310"/>
            <a:ext cx="3474720" cy="274320"/>
          </a:xfrm>
        </p:spPr>
        <p:txBody>
          <a:bodyPr/>
          <a:p>
            <a:r>
              <a:rPr lang="en-US"/>
              <a:t>CGB1121 – PYTHON PROGRAMMING –PROJECT REVIEW 1</a:t>
            </a:r>
            <a:endParaRPr lang="en-US" dirty="0"/>
          </a:p>
        </p:txBody>
      </p:sp>
      <p:sp>
        <p:nvSpPr>
          <p:cNvPr id="1048809" name="Slide Number Placeholder 5"/>
          <p:cNvSpPr>
            <a:spLocks noGrp="1"/>
          </p:cNvSpPr>
          <p:nvPr>
            <p:ph type="sldNum" sz="quarter" idx="12"/>
          </p:nvPr>
        </p:nvSpPr>
        <p:spPr>
          <a:xfrm>
            <a:off x="1069848" y="4766310"/>
            <a:ext cx="1520952" cy="274320"/>
          </a:xfrm>
        </p:spPr>
        <p:txBody>
          <a:bodyPr/>
          <a:p>
            <a:fld id="{BEE0AD74-942B-45F6-8EEE-203197083F56}" type="slidenum">
              <a:rPr lang="en-US" altLang="en-US" smtClean="0"/>
            </a:fld>
            <a:endParaRPr lang="en-US" altLang="en-US"/>
          </a:p>
        </p:txBody>
      </p:sp>
      <p:sp>
        <p:nvSpPr>
          <p:cNvPr id="1048810"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11"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90" name=""/>
        <p:cNvGrpSpPr/>
        <p:nvPr/>
      </p:nvGrpSpPr>
      <p:grpSpPr>
        <a:xfrm>
          <a:off x="0" y="0"/>
          <a:ext cx="0" cy="0"/>
          <a:chOff x="0" y="0"/>
          <a:chExt cx="0" cy="0"/>
        </a:xfrm>
      </p:grpSpPr>
      <p:sp>
        <p:nvSpPr>
          <p:cNvPr id="1048842" name="Title 1"/>
          <p:cNvSpPr>
            <a:spLocks noGrp="1"/>
          </p:cNvSpPr>
          <p:nvPr>
            <p:ph type="title"/>
          </p:nvPr>
        </p:nvSpPr>
        <p:spPr>
          <a:xfrm>
            <a:off x="457200" y="171450"/>
            <a:ext cx="8229600" cy="685800"/>
          </a:xfrm>
        </p:spPr>
        <p:txBody>
          <a:bodyPr/>
          <a:p>
            <a:r>
              <a:rPr kumimoji="0" lang="en-US"/>
              <a:t>Click to edit Master title style</a:t>
            </a:r>
            <a:endParaRPr kumimoji="0" lang="en-US"/>
          </a:p>
        </p:txBody>
      </p:sp>
      <p:sp>
        <p:nvSpPr>
          <p:cNvPr id="1048843" name="Date Placeholder 4"/>
          <p:cNvSpPr>
            <a:spLocks noGrp="1"/>
          </p:cNvSpPr>
          <p:nvPr>
            <p:ph type="dt" sz="half" idx="10"/>
          </p:nvPr>
        </p:nvSpPr>
        <p:spPr/>
        <p:txBody>
          <a:bodyPr/>
          <a:p>
            <a:fld id="{21AAA5BA-07A5-4870-B550-A63AA413A813}" type="datetime3">
              <a:rPr lang="en-US" smtClean="0"/>
            </a:fld>
            <a:endParaRPr lang="en-US" dirty="0"/>
          </a:p>
        </p:txBody>
      </p:sp>
      <p:sp>
        <p:nvSpPr>
          <p:cNvPr id="1048844" name="Footer Placeholder 5"/>
          <p:cNvSpPr>
            <a:spLocks noGrp="1"/>
          </p:cNvSpPr>
          <p:nvPr>
            <p:ph type="ftr" sz="quarter" idx="11"/>
          </p:nvPr>
        </p:nvSpPr>
        <p:spPr/>
        <p:txBody>
          <a:bodyPr/>
          <a:p>
            <a:r>
              <a:rPr lang="en-US"/>
              <a:t>CGB1121 – PYTHON PROGRAMMING –PROJECT REVIEW 1</a:t>
            </a:r>
            <a:endParaRPr lang="en-US" dirty="0"/>
          </a:p>
        </p:txBody>
      </p:sp>
      <p:sp>
        <p:nvSpPr>
          <p:cNvPr id="1048845" name="Slide Number Placeholder 6"/>
          <p:cNvSpPr>
            <a:spLocks noGrp="1"/>
          </p:cNvSpPr>
          <p:nvPr>
            <p:ph type="sldNum" sz="quarter" idx="12"/>
          </p:nvPr>
        </p:nvSpPr>
        <p:spPr/>
        <p:txBody>
          <a:bodyPr/>
          <a:p>
            <a:fld id="{DB554FDC-F986-4516-81A3-5CBC9634E9C1}" type="slidenum">
              <a:rPr lang="en-US" altLang="en-US" smtClean="0"/>
            </a:fld>
            <a:endParaRPr lang="en-US" altLang="en-US"/>
          </a:p>
        </p:txBody>
      </p:sp>
      <p:sp>
        <p:nvSpPr>
          <p:cNvPr id="1048846" name="Content Placeholder 8"/>
          <p:cNvSpPr>
            <a:spLocks noGrp="1"/>
          </p:cNvSpPr>
          <p:nvPr>
            <p:ph sz="quarter" idx="1"/>
          </p:nvPr>
        </p:nvSpPr>
        <p:spPr>
          <a:xfrm>
            <a:off x="457200" y="914400"/>
            <a:ext cx="4041648"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847" name="Content Placeholder 10"/>
          <p:cNvSpPr>
            <a:spLocks noGrp="1"/>
          </p:cNvSpPr>
          <p:nvPr>
            <p:ph sz="quarter" idx="2"/>
          </p:nvPr>
        </p:nvSpPr>
        <p:spPr>
          <a:xfrm>
            <a:off x="4632198" y="912114"/>
            <a:ext cx="4041648" cy="370332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88" name=""/>
        <p:cNvGrpSpPr/>
        <p:nvPr/>
      </p:nvGrpSpPr>
      <p:grpSpPr>
        <a:xfrm>
          <a:off x="0" y="0"/>
          <a:ext cx="0" cy="0"/>
          <a:chOff x="0" y="0"/>
          <a:chExt cx="0" cy="0"/>
        </a:xfrm>
      </p:grpSpPr>
      <p:sp>
        <p:nvSpPr>
          <p:cNvPr id="1048826" name="Title 1"/>
          <p:cNvSpPr>
            <a:spLocks noGrp="1"/>
          </p:cNvSpPr>
          <p:nvPr>
            <p:ph type="title"/>
          </p:nvPr>
        </p:nvSpPr>
        <p:spPr>
          <a:xfrm>
            <a:off x="457200" y="171450"/>
            <a:ext cx="8229600" cy="685800"/>
          </a:xfrm>
        </p:spPr>
        <p:txBody>
          <a:bodyPr anchor="ctr"/>
          <a:p>
            <a:r>
              <a:rPr kumimoji="0" lang="en-US"/>
              <a:t>Click to edit Master title style</a:t>
            </a:r>
            <a:endParaRPr kumimoji="0" lang="en-US"/>
          </a:p>
        </p:txBody>
      </p:sp>
      <p:sp>
        <p:nvSpPr>
          <p:cNvPr id="1048827"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048828" name="Text Placeholder 3"/>
          <p:cNvSpPr>
            <a:spLocks noGrp="1"/>
          </p:cNvSpPr>
          <p:nvPr>
            <p:ph type="body" sz="half" idx="3"/>
          </p:nvPr>
        </p:nvSpPr>
        <p:spPr>
          <a:xfrm>
            <a:off x="4648201" y="971550"/>
            <a:ext cx="4041775" cy="514350"/>
          </a:xfrm>
          <a:noFill/>
          <a:ln>
            <a:noFill/>
          </a:ln>
        </p:spPr>
        <p:txBody>
          <a:bodyPr lIns="91440" anchor="b" anchorCtr="0">
            <a:normAutofit fontScale="91667" lnSpcReduction="20000"/>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048829" name="Date Placeholder 6"/>
          <p:cNvSpPr>
            <a:spLocks noGrp="1"/>
          </p:cNvSpPr>
          <p:nvPr>
            <p:ph type="dt" sz="half" idx="10"/>
          </p:nvPr>
        </p:nvSpPr>
        <p:spPr/>
        <p:txBody>
          <a:bodyPr/>
          <a:p>
            <a:fld id="{C56CBCAE-4922-43E5-A623-0BF880173A60}" type="datetime3">
              <a:rPr lang="en-US" smtClean="0"/>
            </a:fld>
            <a:endParaRPr lang="en-US" dirty="0"/>
          </a:p>
        </p:txBody>
      </p:sp>
      <p:sp>
        <p:nvSpPr>
          <p:cNvPr id="1048830" name="Footer Placeholder 7"/>
          <p:cNvSpPr>
            <a:spLocks noGrp="1"/>
          </p:cNvSpPr>
          <p:nvPr>
            <p:ph type="ftr" sz="quarter" idx="11"/>
          </p:nvPr>
        </p:nvSpPr>
        <p:spPr/>
        <p:txBody>
          <a:bodyPr/>
          <a:p>
            <a:r>
              <a:rPr lang="en-US"/>
              <a:t>CGB1121 – PYTHON PROGRAMMING –PROJECT REVIEW 1</a:t>
            </a:r>
            <a:endParaRPr lang="en-US" dirty="0"/>
          </a:p>
        </p:txBody>
      </p:sp>
      <p:sp>
        <p:nvSpPr>
          <p:cNvPr id="1048831" name="Slide Number Placeholder 8"/>
          <p:cNvSpPr>
            <a:spLocks noGrp="1"/>
          </p:cNvSpPr>
          <p:nvPr>
            <p:ph type="sldNum" sz="quarter" idx="12"/>
          </p:nvPr>
        </p:nvSpPr>
        <p:spPr/>
        <p:txBody>
          <a:bodyPr/>
          <a:p>
            <a:fld id="{02A63921-D0A8-45BD-ADF0-24CC5F135FEC}" type="slidenum">
              <a:rPr lang="en-US" altLang="en-US" smtClean="0"/>
            </a:fld>
            <a:endParaRPr lang="en-US" altLang="en-US"/>
          </a:p>
        </p:txBody>
      </p:sp>
      <p:sp>
        <p:nvSpPr>
          <p:cNvPr id="1048832" name="Content Placeholder 10"/>
          <p:cNvSpPr>
            <a:spLocks noGrp="1"/>
          </p:cNvSpPr>
          <p:nvPr>
            <p:ph sz="quarter" idx="2"/>
          </p:nvPr>
        </p:nvSpPr>
        <p:spPr>
          <a:xfrm>
            <a:off x="457200" y="1600200"/>
            <a:ext cx="4038600" cy="30289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833" name="Content Placeholder 12"/>
          <p:cNvSpPr>
            <a:spLocks noGrp="1"/>
          </p:cNvSpPr>
          <p:nvPr>
            <p:ph sz="quarter" idx="4"/>
          </p:nvPr>
        </p:nvSpPr>
        <p:spPr>
          <a:xfrm>
            <a:off x="4648200" y="1600200"/>
            <a:ext cx="4038600" cy="30289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91" name=""/>
        <p:cNvGrpSpPr/>
        <p:nvPr/>
      </p:nvGrpSpPr>
      <p:grpSpPr>
        <a:xfrm>
          <a:off x="0" y="0"/>
          <a:ext cx="0" cy="0"/>
          <a:chOff x="0" y="0"/>
          <a:chExt cx="0" cy="0"/>
        </a:xfrm>
      </p:grpSpPr>
      <p:sp>
        <p:nvSpPr>
          <p:cNvPr id="1048848" name="Title 1"/>
          <p:cNvSpPr>
            <a:spLocks noGrp="1"/>
          </p:cNvSpPr>
          <p:nvPr>
            <p:ph type="title"/>
          </p:nvPr>
        </p:nvSpPr>
        <p:spPr>
          <a:xfrm>
            <a:off x="457200" y="171450"/>
            <a:ext cx="8229600" cy="685800"/>
          </a:xfrm>
        </p:spPr>
        <p:txBody>
          <a:bodyPr/>
          <a:p>
            <a:r>
              <a:rPr kumimoji="0" lang="en-US"/>
              <a:t>Click to edit Master title style</a:t>
            </a:r>
            <a:endParaRPr kumimoji="0" lang="en-US"/>
          </a:p>
        </p:txBody>
      </p:sp>
      <p:sp>
        <p:nvSpPr>
          <p:cNvPr id="1048849" name="Date Placeholder 2"/>
          <p:cNvSpPr>
            <a:spLocks noGrp="1"/>
          </p:cNvSpPr>
          <p:nvPr>
            <p:ph type="dt" sz="half" idx="10"/>
          </p:nvPr>
        </p:nvSpPr>
        <p:spPr/>
        <p:txBody>
          <a:bodyPr/>
          <a:p>
            <a:fld id="{04A49A9B-770B-4D1D-BEA9-C1C4C9A5A662}" type="datetime3">
              <a:rPr lang="en-US" smtClean="0"/>
            </a:fld>
            <a:endParaRPr lang="en-US" dirty="0"/>
          </a:p>
        </p:txBody>
      </p:sp>
      <p:sp>
        <p:nvSpPr>
          <p:cNvPr id="1048850" name="Footer Placeholder 3"/>
          <p:cNvSpPr>
            <a:spLocks noGrp="1"/>
          </p:cNvSpPr>
          <p:nvPr>
            <p:ph type="ftr" sz="quarter" idx="11"/>
          </p:nvPr>
        </p:nvSpPr>
        <p:spPr/>
        <p:txBody>
          <a:bodyPr/>
          <a:p>
            <a:r>
              <a:rPr lang="en-US"/>
              <a:t>CGB1121 – PYTHON PROGRAMMING –PROJECT REVIEW 1</a:t>
            </a:r>
            <a:endParaRPr lang="en-US" dirty="0"/>
          </a:p>
        </p:txBody>
      </p:sp>
      <p:sp>
        <p:nvSpPr>
          <p:cNvPr id="1048851" name="Slide Number Placeholder 4"/>
          <p:cNvSpPr>
            <a:spLocks noGrp="1"/>
          </p:cNvSpPr>
          <p:nvPr>
            <p:ph type="sldNum" sz="quarter" idx="12"/>
          </p:nvPr>
        </p:nvSpPr>
        <p:spPr/>
        <p:txBody>
          <a:bodyPr/>
          <a:p>
            <a:fld id="{4CE540F1-D866-4735-9E65-A1952EADD02D}" type="slidenum">
              <a:rPr lang="en-US" altLang="en-US" smtClean="0"/>
            </a:fld>
            <a:endParaRPr lang="en-US" altLang="en-US"/>
          </a:p>
        </p:txBody>
      </p:sp>
      <p:sp>
        <p:nvSpPr>
          <p:cNvPr id="1048852"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92" name=""/>
        <p:cNvGrpSpPr/>
        <p:nvPr/>
      </p:nvGrpSpPr>
      <p:grpSpPr>
        <a:xfrm>
          <a:off x="0" y="0"/>
          <a:ext cx="0" cy="0"/>
          <a:chOff x="0" y="0"/>
          <a:chExt cx="0" cy="0"/>
        </a:xfrm>
      </p:grpSpPr>
      <p:sp>
        <p:nvSpPr>
          <p:cNvPr id="1048853" name="Date Placeholder 1"/>
          <p:cNvSpPr>
            <a:spLocks noGrp="1"/>
          </p:cNvSpPr>
          <p:nvPr>
            <p:ph type="dt" sz="half" idx="10"/>
          </p:nvPr>
        </p:nvSpPr>
        <p:spPr/>
        <p:txBody>
          <a:bodyPr/>
          <a:p>
            <a:fld id="{7B70C381-8234-4493-A0B4-F2FD96F1DB14}" type="datetime3">
              <a:rPr lang="en-US" smtClean="0"/>
            </a:fld>
            <a:endParaRPr lang="en-US" dirty="0"/>
          </a:p>
        </p:txBody>
      </p:sp>
      <p:sp>
        <p:nvSpPr>
          <p:cNvPr id="1048854" name="Footer Placeholder 2"/>
          <p:cNvSpPr>
            <a:spLocks noGrp="1"/>
          </p:cNvSpPr>
          <p:nvPr>
            <p:ph type="ftr" sz="quarter" idx="11"/>
          </p:nvPr>
        </p:nvSpPr>
        <p:spPr/>
        <p:txBody>
          <a:bodyPr/>
          <a:p>
            <a:r>
              <a:rPr lang="en-US"/>
              <a:t>CGB1121 – PYTHON PROGRAMMING –PROJECT REVIEW 1</a:t>
            </a:r>
            <a:endParaRPr lang="en-US" dirty="0"/>
          </a:p>
        </p:txBody>
      </p:sp>
      <p:sp>
        <p:nvSpPr>
          <p:cNvPr id="1048855" name="Slide Number Placeholder 3"/>
          <p:cNvSpPr>
            <a:spLocks noGrp="1"/>
          </p:cNvSpPr>
          <p:nvPr>
            <p:ph type="sldNum" sz="quarter" idx="12"/>
          </p:nvPr>
        </p:nvSpPr>
        <p:spPr/>
        <p:txBody>
          <a:bodyPr/>
          <a:p>
            <a:fld id="{2571F5BB-190B-45BA-B754-2541F8CA6F46}" type="slidenum">
              <a:rPr lang="en-US" altLang="en-US" smtClean="0"/>
            </a:fld>
            <a:endParaRPr lang="en-US" altLang="en-US"/>
          </a:p>
        </p:txBody>
      </p:sp>
      <p:sp>
        <p:nvSpPr>
          <p:cNvPr id="1048856"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857"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93" name=""/>
        <p:cNvGrpSpPr/>
        <p:nvPr/>
      </p:nvGrpSpPr>
      <p:grpSpPr>
        <a:xfrm>
          <a:off x="0" y="0"/>
          <a:ext cx="0" cy="0"/>
          <a:chOff x="0" y="0"/>
          <a:chExt cx="0" cy="0"/>
        </a:xfrm>
      </p:grpSpPr>
      <p:sp>
        <p:nvSpPr>
          <p:cNvPr id="1048858"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endParaRPr kumimoji="0" lang="en-US"/>
          </a:p>
        </p:txBody>
      </p:sp>
      <p:sp>
        <p:nvSpPr>
          <p:cNvPr id="1048859"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1048860" name="Date Placeholder 4"/>
          <p:cNvSpPr>
            <a:spLocks noGrp="1"/>
          </p:cNvSpPr>
          <p:nvPr>
            <p:ph type="dt" sz="half" idx="10"/>
          </p:nvPr>
        </p:nvSpPr>
        <p:spPr/>
        <p:txBody>
          <a:bodyPr/>
          <a:p>
            <a:fld id="{EC218892-8D6F-4935-9522-D7F3839DE182}" type="datetime3">
              <a:rPr lang="en-US" smtClean="0"/>
            </a:fld>
            <a:endParaRPr lang="en-US" dirty="0"/>
          </a:p>
        </p:txBody>
      </p:sp>
      <p:sp>
        <p:nvSpPr>
          <p:cNvPr id="1048861" name="Footer Placeholder 5"/>
          <p:cNvSpPr>
            <a:spLocks noGrp="1"/>
          </p:cNvSpPr>
          <p:nvPr>
            <p:ph type="ftr" sz="quarter" idx="11"/>
          </p:nvPr>
        </p:nvSpPr>
        <p:spPr/>
        <p:txBody>
          <a:bodyPr/>
          <a:p>
            <a:r>
              <a:rPr lang="en-US"/>
              <a:t>CGB1121 – PYTHON PROGRAMMING –PROJECT REVIEW 1</a:t>
            </a:r>
            <a:endParaRPr lang="en-US" dirty="0"/>
          </a:p>
        </p:txBody>
      </p:sp>
      <p:sp>
        <p:nvSpPr>
          <p:cNvPr id="1048862" name="Slide Number Placeholder 6"/>
          <p:cNvSpPr>
            <a:spLocks noGrp="1"/>
          </p:cNvSpPr>
          <p:nvPr>
            <p:ph type="sldNum" sz="quarter" idx="12"/>
          </p:nvPr>
        </p:nvSpPr>
        <p:spPr/>
        <p:txBody>
          <a:bodyPr/>
          <a:p>
            <a:fld id="{4B3D1EAA-7E8D-49EA-BCBB-3C5BA424400D}" type="slidenum">
              <a:rPr lang="en-US" altLang="en-US" smtClean="0"/>
            </a:fld>
            <a:endParaRPr lang="en-US" altLang="en-US"/>
          </a:p>
        </p:txBody>
      </p:sp>
      <p:sp>
        <p:nvSpPr>
          <p:cNvPr id="1048863"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864"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dirty="0"/>
          </a:p>
        </p:txBody>
      </p:sp>
      <p:sp>
        <p:nvSpPr>
          <p:cNvPr id="1048865"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66" name="Content Placeholder 11"/>
          <p:cNvSpPr>
            <a:spLocks noGrp="1"/>
          </p:cNvSpPr>
          <p:nvPr>
            <p:ph sz="quarter" idx="1"/>
          </p:nvPr>
        </p:nvSpPr>
        <p:spPr>
          <a:xfrm>
            <a:off x="304800" y="228600"/>
            <a:ext cx="5715000" cy="4286250"/>
          </a:xfrm>
        </p:spPr>
        <p:txBody>
          <a:bodyPr/>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84" name=""/>
        <p:cNvGrpSpPr/>
        <p:nvPr/>
      </p:nvGrpSpPr>
      <p:grpSpPr>
        <a:xfrm>
          <a:off x="0" y="0"/>
          <a:ext cx="0" cy="0"/>
          <a:chOff x="0" y="0"/>
          <a:chExt cx="0" cy="0"/>
        </a:xfrm>
      </p:grpSpPr>
      <p:sp>
        <p:nvSpPr>
          <p:cNvPr id="1048796"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endParaRPr kumimoji="0" lang="en-US"/>
          </a:p>
        </p:txBody>
      </p:sp>
      <p:sp>
        <p:nvSpPr>
          <p:cNvPr id="1048797"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1048798"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1048799" name="Date Placeholder 4"/>
          <p:cNvSpPr>
            <a:spLocks noGrp="1"/>
          </p:cNvSpPr>
          <p:nvPr>
            <p:ph type="dt" sz="half" idx="10"/>
          </p:nvPr>
        </p:nvSpPr>
        <p:spPr/>
        <p:txBody>
          <a:bodyPr/>
          <a:p>
            <a:fld id="{5246F511-33B4-4684-9F91-8CFDFBA51AAB}" type="datetime3">
              <a:rPr lang="en-US" smtClean="0"/>
            </a:fld>
            <a:endParaRPr lang="en-US" dirty="0"/>
          </a:p>
        </p:txBody>
      </p:sp>
      <p:sp>
        <p:nvSpPr>
          <p:cNvPr id="1048800" name="Footer Placeholder 5"/>
          <p:cNvSpPr>
            <a:spLocks noGrp="1"/>
          </p:cNvSpPr>
          <p:nvPr>
            <p:ph type="ftr" sz="quarter" idx="11"/>
          </p:nvPr>
        </p:nvSpPr>
        <p:spPr/>
        <p:txBody>
          <a:bodyPr/>
          <a:p>
            <a:r>
              <a:rPr lang="en-US"/>
              <a:t>CGB1121 – PYTHON PROGRAMMING –PROJECT REVIEW 1</a:t>
            </a:r>
            <a:endParaRPr lang="en-US" dirty="0"/>
          </a:p>
        </p:txBody>
      </p:sp>
      <p:sp>
        <p:nvSpPr>
          <p:cNvPr id="1048801" name="Slide Number Placeholder 6"/>
          <p:cNvSpPr>
            <a:spLocks noGrp="1"/>
          </p:cNvSpPr>
          <p:nvPr>
            <p:ph type="sldNum" sz="quarter" idx="12"/>
          </p:nvPr>
        </p:nvSpPr>
        <p:spPr/>
        <p:txBody>
          <a:bodyPr/>
          <a:p>
            <a:fld id="{7B93E55C-A662-4067-BE20-A4D82E579A38}" type="slidenum">
              <a:rPr lang="en-US" altLang="en-US" smtClean="0"/>
            </a:fld>
            <a:endParaRPr lang="en-US" altLang="en-US"/>
          </a:p>
        </p:txBody>
      </p:sp>
      <p:sp>
        <p:nvSpPr>
          <p:cNvPr id="1048802"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803"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04"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86" name=""/>
        <p:cNvGrpSpPr/>
        <p:nvPr/>
      </p:nvGrpSpPr>
      <p:grpSpPr>
        <a:xfrm>
          <a:off x="0" y="0"/>
          <a:ext cx="0" cy="0"/>
          <a:chOff x="0" y="0"/>
          <a:chExt cx="0" cy="0"/>
        </a:xfrm>
      </p:grpSpPr>
      <p:sp>
        <p:nvSpPr>
          <p:cNvPr id="1048812" name="Title 1"/>
          <p:cNvSpPr>
            <a:spLocks noGrp="1"/>
          </p:cNvSpPr>
          <p:nvPr>
            <p:ph type="title"/>
          </p:nvPr>
        </p:nvSpPr>
        <p:spPr/>
        <p:txBody>
          <a:bodyPr/>
          <a:p>
            <a:r>
              <a:rPr kumimoji="0" lang="en-US"/>
              <a:t>Click to edit Master title style</a:t>
            </a:r>
            <a:endParaRPr kumimoji="0" lang="en-US"/>
          </a:p>
        </p:txBody>
      </p:sp>
      <p:sp>
        <p:nvSpPr>
          <p:cNvPr id="1048813" name="Vertical Text Placeholder 2"/>
          <p:cNvSpPr>
            <a:spLocks noGrp="1"/>
          </p:cNvSpPr>
          <p:nvPr>
            <p:ph type="body" orient="vert" idx="1"/>
          </p:nvPr>
        </p:nvSpPr>
        <p:spPr/>
        <p:txBody>
          <a:bodyPr vert="eaVert"/>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814" name="Date Placeholder 3"/>
          <p:cNvSpPr>
            <a:spLocks noGrp="1"/>
          </p:cNvSpPr>
          <p:nvPr>
            <p:ph type="dt" sz="half" idx="10"/>
          </p:nvPr>
        </p:nvSpPr>
        <p:spPr/>
        <p:txBody>
          <a:bodyPr/>
          <a:p>
            <a:fld id="{BCD6E9A3-7C5D-44BD-B91B-2254645B0D35}" type="datetime3">
              <a:rPr lang="en-US" smtClean="0"/>
            </a:fld>
            <a:endParaRPr lang="en-US" dirty="0"/>
          </a:p>
        </p:txBody>
      </p:sp>
      <p:sp>
        <p:nvSpPr>
          <p:cNvPr id="1048815" name="Footer Placeholder 4"/>
          <p:cNvSpPr>
            <a:spLocks noGrp="1"/>
          </p:cNvSpPr>
          <p:nvPr>
            <p:ph type="ftr" sz="quarter" idx="11"/>
          </p:nvPr>
        </p:nvSpPr>
        <p:spPr/>
        <p:txBody>
          <a:bodyPr/>
          <a:p>
            <a:r>
              <a:rPr lang="en-US"/>
              <a:t>CGB1121 – PYTHON PROGRAMMING –PROJECT REVIEW 1</a:t>
            </a:r>
            <a:endParaRPr lang="en-US" dirty="0"/>
          </a:p>
        </p:txBody>
      </p:sp>
      <p:sp>
        <p:nvSpPr>
          <p:cNvPr id="1048816" name="Slide Number Placeholder 5"/>
          <p:cNvSpPr>
            <a:spLocks noGrp="1"/>
          </p:cNvSpPr>
          <p:nvPr>
            <p:ph type="sldNum" sz="quarter" idx="12"/>
          </p:nvPr>
        </p:nvSpPr>
        <p:spPr/>
        <p:txBody>
          <a:bodyPr/>
          <a:p>
            <a:fld id="{9A0C11DA-FA02-4E33-93FC-C378FAF95FBA}" type="slidenum">
              <a:rPr lang="en-US" altLang="en-US" smtClean="0"/>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89" name=""/>
        <p:cNvGrpSpPr/>
        <p:nvPr/>
      </p:nvGrpSpPr>
      <p:grpSpPr>
        <a:xfrm>
          <a:off x="0" y="0"/>
          <a:ext cx="0" cy="0"/>
          <a:chOff x="0" y="0"/>
          <a:chExt cx="0" cy="0"/>
        </a:xfrm>
      </p:grpSpPr>
      <p:sp>
        <p:nvSpPr>
          <p:cNvPr id="1048834" name="Vertical Title 1"/>
          <p:cNvSpPr>
            <a:spLocks noGrp="1"/>
          </p:cNvSpPr>
          <p:nvPr>
            <p:ph type="title" orient="vert"/>
          </p:nvPr>
        </p:nvSpPr>
        <p:spPr>
          <a:xfrm>
            <a:off x="6629400" y="205979"/>
            <a:ext cx="2057400" cy="4388644"/>
          </a:xfrm>
        </p:spPr>
        <p:txBody>
          <a:bodyPr vert="eaVert"/>
          <a:p>
            <a:r>
              <a:rPr kumimoji="0" lang="en-US"/>
              <a:t>Click to edit Master title style</a:t>
            </a:r>
            <a:endParaRPr kumimoji="0" lang="en-US"/>
          </a:p>
        </p:txBody>
      </p:sp>
      <p:sp>
        <p:nvSpPr>
          <p:cNvPr id="1048835" name="Vertical Text Placeholder 2"/>
          <p:cNvSpPr>
            <a:spLocks noGrp="1"/>
          </p:cNvSpPr>
          <p:nvPr>
            <p:ph type="body" orient="vert" idx="1"/>
          </p:nvPr>
        </p:nvSpPr>
        <p:spPr>
          <a:xfrm>
            <a:off x="457200" y="205979"/>
            <a:ext cx="6019800" cy="4388644"/>
          </a:xfrm>
        </p:spPr>
        <p:txBody>
          <a:bodyPr vert="eaVert"/>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48836" name="Date Placeholder 3"/>
          <p:cNvSpPr>
            <a:spLocks noGrp="1"/>
          </p:cNvSpPr>
          <p:nvPr>
            <p:ph type="dt" sz="half" idx="10"/>
          </p:nvPr>
        </p:nvSpPr>
        <p:spPr/>
        <p:txBody>
          <a:bodyPr/>
          <a:p>
            <a:fld id="{A9A020FA-B49B-4391-A45E-A9A582874558}" type="datetime3">
              <a:rPr lang="en-US" smtClean="0"/>
            </a:fld>
            <a:endParaRPr lang="en-US" dirty="0"/>
          </a:p>
        </p:txBody>
      </p:sp>
      <p:sp>
        <p:nvSpPr>
          <p:cNvPr id="1048837" name="Footer Placeholder 4"/>
          <p:cNvSpPr>
            <a:spLocks noGrp="1"/>
          </p:cNvSpPr>
          <p:nvPr>
            <p:ph type="ftr" sz="quarter" idx="11"/>
          </p:nvPr>
        </p:nvSpPr>
        <p:spPr/>
        <p:txBody>
          <a:bodyPr/>
          <a:p>
            <a:r>
              <a:rPr lang="en-US"/>
              <a:t>CGB1121 – PYTHON PROGRAMMING –PROJECT REVIEW 1</a:t>
            </a:r>
            <a:endParaRPr lang="en-US" dirty="0"/>
          </a:p>
        </p:txBody>
      </p:sp>
      <p:sp>
        <p:nvSpPr>
          <p:cNvPr id="1048838" name="Slide Number Placeholder 5"/>
          <p:cNvSpPr>
            <a:spLocks noGrp="1"/>
          </p:cNvSpPr>
          <p:nvPr>
            <p:ph type="sldNum" sz="quarter" idx="12"/>
          </p:nvPr>
        </p:nvSpPr>
        <p:spPr/>
        <p:txBody>
          <a:bodyPr/>
          <a:p>
            <a:fld id="{B1E085C4-C07B-4C80-B337-90438D59D3CD}" type="slidenum">
              <a:rPr lang="en-US" altLang="en-US" smtClean="0"/>
            </a:fld>
            <a:endParaRPr lang="en-US" altLang="en-US"/>
          </a:p>
        </p:txBody>
      </p:sp>
      <p:sp>
        <p:nvSpPr>
          <p:cNvPr id="1048839"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840"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
        <p:nvSpPr>
          <p:cNvPr id="1048841"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29000"/>
            <a:lum/>
          </a:blip>
          <a:srcRect/>
          <a:tile tx="0" ty="0" sx="100000" sy="100000" flip="none" algn="tl"/>
        </a:blipFill>
        <a:effectLst/>
      </p:bgPr>
    </p:bg>
    <p:spTree>
      <p:nvGrpSpPr>
        <p:cNvPr id="15" name=""/>
        <p:cNvGrpSpPr/>
        <p:nvPr/>
      </p:nvGrpSpPr>
      <p:grpSpPr>
        <a:xfrm>
          <a:off x="0" y="0"/>
          <a:ext cx="0" cy="0"/>
          <a:chOff x="0" y="0"/>
          <a:chExt cx="0" cy="0"/>
        </a:xfrm>
      </p:grpSpPr>
      <p:sp>
        <p:nvSpPr>
          <p:cNvPr id="1048576" name="Title Placeholder 21"/>
          <p:cNvSpPr>
            <a:spLocks noGrp="1"/>
          </p:cNvSpPr>
          <p:nvPr>
            <p:ph type="title"/>
          </p:nvPr>
        </p:nvSpPr>
        <p:spPr>
          <a:xfrm>
            <a:off x="457200" y="114300"/>
            <a:ext cx="8229600" cy="742950"/>
          </a:xfrm>
          <a:prstGeom prst="rect">
            <a:avLst/>
          </a:prstGeom>
        </p:spPr>
        <p:txBody>
          <a:bodyPr vert="horz" anchor="b" anchorCtr="0">
            <a:normAutofit/>
          </a:bodyPr>
          <a:p>
            <a:r>
              <a:rPr kumimoji="0" lang="en-US"/>
              <a:t>Click to edit Master title style</a:t>
            </a:r>
            <a:endParaRPr kumimoji="0" lang="en-US"/>
          </a:p>
        </p:txBody>
      </p:sp>
      <p:sp>
        <p:nvSpPr>
          <p:cNvPr id="1048577" name="Text Placeholder 12"/>
          <p:cNvSpPr>
            <a:spLocks noGrp="1"/>
          </p:cNvSpPr>
          <p:nvPr>
            <p:ph type="body" idx="1"/>
          </p:nvPr>
        </p:nvSpPr>
        <p:spPr>
          <a:xfrm>
            <a:off x="457200" y="914400"/>
            <a:ext cx="8229600" cy="3682746"/>
          </a:xfrm>
          <a:prstGeom prst="rect">
            <a:avLst/>
          </a:prstGeom>
        </p:spPr>
        <p:txBody>
          <a:bodyPr vert="horz">
            <a:normAutofit/>
          </a:bodyPr>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048578"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fld id="{03F0DBEF-CC95-4709-B5D7-B1ACCC3FD3B5}" type="datetime3">
              <a:rPr lang="en-US" smtClean="0"/>
            </a:fld>
            <a:endParaRPr lang="en-US" dirty="0"/>
          </a:p>
        </p:txBody>
      </p:sp>
      <p:sp>
        <p:nvSpPr>
          <p:cNvPr id="1048579"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r>
              <a:rPr lang="en-US"/>
              <a:t>CGB1121 – PYTHON PROGRAMMING –PROJECT REVIEW 1</a:t>
            </a:r>
            <a:endParaRPr lang="en-US" dirty="0"/>
          </a:p>
        </p:txBody>
      </p:sp>
      <p:sp>
        <p:nvSpPr>
          <p:cNvPr id="1048580"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fld id="{D78D2778-B29C-49DB-A26C-44F5760A332D}" type="slidenum">
              <a:rPr lang="en-US" altLang="en-US" smtClean="0"/>
            </a:fld>
            <a:endParaRPr lang="en-US" altLang="en-US"/>
          </a:p>
        </p:txBody>
      </p:sp>
      <p:sp>
        <p:nvSpPr>
          <p:cNvPr id="1048581"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582"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583"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29000"/>
            <a:lum/>
          </a:blip>
          <a:srcRect/>
          <a:tile tx="0" ty="0" sx="100000" sy="100000" flip="none" algn="tl"/>
        </a:blipFill>
        <a:effectLst/>
      </p:bgPr>
    </p:bg>
    <p:spTree>
      <p:nvGrpSpPr>
        <p:cNvPr id="53" name=""/>
        <p:cNvGrpSpPr/>
        <p:nvPr/>
      </p:nvGrpSpPr>
      <p:grpSpPr>
        <a:xfrm>
          <a:off x="0" y="0"/>
          <a:ext cx="0" cy="0"/>
          <a:chOff x="0" y="0"/>
          <a:chExt cx="0" cy="0"/>
        </a:xfrm>
      </p:grpSpPr>
      <p:sp>
        <p:nvSpPr>
          <p:cNvPr id="1048652" name="Title Placeholder 21"/>
          <p:cNvSpPr>
            <a:spLocks noGrp="1"/>
          </p:cNvSpPr>
          <p:nvPr>
            <p:ph type="title"/>
          </p:nvPr>
        </p:nvSpPr>
        <p:spPr>
          <a:xfrm>
            <a:off x="457200" y="114300"/>
            <a:ext cx="8229600" cy="742950"/>
          </a:xfrm>
          <a:prstGeom prst="rect">
            <a:avLst/>
          </a:prstGeom>
        </p:spPr>
        <p:txBody>
          <a:bodyPr vert="horz" anchor="b" anchorCtr="0">
            <a:normAutofit/>
          </a:bodyPr>
          <a:p>
            <a:r>
              <a:rPr kumimoji="0" lang="en-US"/>
              <a:t>Click to edit Master title style</a:t>
            </a:r>
            <a:endParaRPr kumimoji="0" lang="en-US"/>
          </a:p>
        </p:txBody>
      </p:sp>
      <p:sp>
        <p:nvSpPr>
          <p:cNvPr id="1048653" name="Text Placeholder 12"/>
          <p:cNvSpPr>
            <a:spLocks noGrp="1"/>
          </p:cNvSpPr>
          <p:nvPr>
            <p:ph type="body" idx="1"/>
          </p:nvPr>
        </p:nvSpPr>
        <p:spPr>
          <a:xfrm>
            <a:off x="457200" y="914400"/>
            <a:ext cx="8229600" cy="3682746"/>
          </a:xfrm>
          <a:prstGeom prst="rect">
            <a:avLst/>
          </a:prstGeom>
        </p:spPr>
        <p:txBody>
          <a:bodyPr vert="horz">
            <a:normAutofit/>
          </a:bodyPr>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04865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fld id="{03F0DBEF-CC95-4709-B5D7-B1ACCC3FD3B5}" type="datetime3">
              <a:rPr lang="en-US" smtClean="0"/>
            </a:fld>
            <a:endParaRPr lang="en-US" dirty="0"/>
          </a:p>
        </p:txBody>
      </p:sp>
      <p:sp>
        <p:nvSpPr>
          <p:cNvPr id="1048655"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r>
              <a:rPr lang="en-US"/>
              <a:t>CGB1121 – PYTHON PROGRAMMING –PROJECT REVIEW 1</a:t>
            </a:r>
            <a:endParaRPr lang="en-US" dirty="0"/>
          </a:p>
        </p:txBody>
      </p:sp>
      <p:sp>
        <p:nvSpPr>
          <p:cNvPr id="1048656"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fld id="{D78D2778-B29C-49DB-A26C-44F5760A332D}" type="slidenum">
              <a:rPr lang="en-US" altLang="en-US" smtClean="0"/>
            </a:fld>
            <a:endParaRPr lang="en-US" altLang="en-US"/>
          </a:p>
        </p:txBody>
      </p:sp>
      <p:sp>
        <p:nvSpPr>
          <p:cNvPr id="1048657"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58"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59"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alphaModFix amt="29000"/>
            <a:lum/>
          </a:blip>
          <a:srcRect/>
          <a:tile tx="0" ty="0" sx="100000" sy="100000" flip="none" algn="tl"/>
        </a:blipFill>
        <a:effectLst/>
      </p:bgPr>
    </p:bg>
    <p:spTree>
      <p:nvGrpSpPr>
        <p:cNvPr id="30" name=""/>
        <p:cNvGrpSpPr/>
        <p:nvPr/>
      </p:nvGrpSpPr>
      <p:grpSpPr>
        <a:xfrm>
          <a:off x="0" y="0"/>
          <a:ext cx="0" cy="0"/>
          <a:chOff x="0" y="0"/>
          <a:chExt cx="0" cy="0"/>
        </a:xfrm>
      </p:grpSpPr>
      <p:sp>
        <p:nvSpPr>
          <p:cNvPr id="1048597" name="Title Placeholder 21"/>
          <p:cNvSpPr>
            <a:spLocks noGrp="1"/>
          </p:cNvSpPr>
          <p:nvPr>
            <p:ph type="title"/>
          </p:nvPr>
        </p:nvSpPr>
        <p:spPr>
          <a:xfrm>
            <a:off x="457200" y="114300"/>
            <a:ext cx="8229600" cy="742950"/>
          </a:xfrm>
          <a:prstGeom prst="rect">
            <a:avLst/>
          </a:prstGeom>
        </p:spPr>
        <p:txBody>
          <a:bodyPr vert="horz" anchor="b" anchorCtr="0">
            <a:normAutofit/>
          </a:bodyPr>
          <a:p>
            <a:r>
              <a:rPr kumimoji="0" lang="en-US"/>
              <a:t>Click to edit Master title style</a:t>
            </a:r>
            <a:endParaRPr kumimoji="0" lang="en-US"/>
          </a:p>
        </p:txBody>
      </p:sp>
      <p:sp>
        <p:nvSpPr>
          <p:cNvPr id="1048598" name="Text Placeholder 12"/>
          <p:cNvSpPr>
            <a:spLocks noGrp="1"/>
          </p:cNvSpPr>
          <p:nvPr>
            <p:ph type="body" idx="1"/>
          </p:nvPr>
        </p:nvSpPr>
        <p:spPr>
          <a:xfrm>
            <a:off x="457200" y="914400"/>
            <a:ext cx="8229600" cy="3682746"/>
          </a:xfrm>
          <a:prstGeom prst="rect">
            <a:avLst/>
          </a:prstGeom>
        </p:spPr>
        <p:txBody>
          <a:bodyPr vert="horz">
            <a:normAutofit/>
          </a:bodyPr>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048599"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fld id="{03F0DBEF-CC95-4709-B5D7-B1ACCC3FD3B5}" type="datetime3">
              <a:rPr lang="en-US" smtClean="0"/>
            </a:fld>
            <a:endParaRPr lang="en-US" dirty="0"/>
          </a:p>
        </p:txBody>
      </p:sp>
      <p:sp>
        <p:nvSpPr>
          <p:cNvPr id="1048600"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r>
              <a:rPr lang="en-US"/>
              <a:t>CGB1121 – PYTHON PROGRAMMING –PROJECT REVIEW 1</a:t>
            </a:r>
            <a:endParaRPr lang="en-US" dirty="0"/>
          </a:p>
        </p:txBody>
      </p:sp>
      <p:sp>
        <p:nvSpPr>
          <p:cNvPr id="1048601"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fld id="{D78D2778-B29C-49DB-A26C-44F5760A332D}" type="slidenum">
              <a:rPr lang="en-US" altLang="en-US" smtClean="0"/>
            </a:fld>
            <a:endParaRPr lang="en-US" altLang="en-US"/>
          </a:p>
        </p:txBody>
      </p:sp>
      <p:sp>
        <p:nvSpPr>
          <p:cNvPr id="1048602"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03"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p>
            <a:endParaRPr kumimoji="0" lang="en-US"/>
          </a:p>
        </p:txBody>
      </p:sp>
      <p:sp>
        <p:nvSpPr>
          <p:cNvPr id="1048604"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6"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p>
            <a:pPr algn="ctr"/>
            <a:r>
              <a:rPr lang="en-IN" sz="2800" b="1" dirty="0">
                <a:solidFill>
                  <a:schemeClr val="tx1"/>
                </a:solidFill>
                <a:latin typeface="Times New Roman" panose="02020503050405090304" pitchFamily="18" charset="0"/>
                <a:cs typeface="Times New Roman" panose="02020503050405090304" pitchFamily="18" charset="0"/>
              </a:rPr>
              <a:t>EGB1122 – PYTHON PROGRAMMING</a:t>
            </a:r>
            <a:br>
              <a:rPr lang="en-IN" sz="2800" b="1" dirty="0">
                <a:solidFill>
                  <a:schemeClr val="tx1"/>
                </a:solidFill>
                <a:latin typeface="Times New Roman" panose="02020503050405090304" pitchFamily="18" charset="0"/>
                <a:cs typeface="Times New Roman" panose="02020503050405090304" pitchFamily="18" charset="0"/>
              </a:rPr>
            </a:br>
            <a:r>
              <a:rPr lang="en-IN" sz="2800" b="1" dirty="0">
                <a:solidFill>
                  <a:schemeClr val="tx1"/>
                </a:solidFill>
                <a:latin typeface="Times New Roman" panose="02020503050405090304" pitchFamily="18" charset="0"/>
                <a:cs typeface="Times New Roman" panose="02020503050405090304" pitchFamily="18" charset="0"/>
              </a:rPr>
              <a:t>PROJECT REVIEW-1</a:t>
            </a:r>
            <a:endParaRPr lang="en-IN" sz="2800" b="1" dirty="0">
              <a:solidFill>
                <a:schemeClr val="tx1"/>
              </a:solidFill>
              <a:latin typeface="Times New Roman" panose="02020503050405090304" pitchFamily="18" charset="0"/>
              <a:cs typeface="Times New Roman" panose="02020503050405090304" pitchFamily="18" charset="0"/>
            </a:endParaRPr>
          </a:p>
        </p:txBody>
      </p:sp>
      <p:sp>
        <p:nvSpPr>
          <p:cNvPr id="1048637" name="Footer Placeholder 4"/>
          <p:cNvSpPr txBox="1"/>
          <p:nvPr/>
        </p:nvSpPr>
        <p:spPr>
          <a:xfrm>
            <a:off x="76200" y="1200150"/>
            <a:ext cx="8915400" cy="3505200"/>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90204" pitchFamily="34" charset="0"/>
                <a:ea typeface="+mn-ea"/>
                <a:cs typeface="Arial" panose="020B0604020202090204" pitchFamily="34" charset="0"/>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9pPr>
          </a:lstStyle>
          <a:p>
            <a:pPr algn="ctr"/>
            <a:endParaRPr lang="en-US" sz="2500" b="1" dirty="0">
              <a:solidFill>
                <a:schemeClr val="tx1"/>
              </a:solidFill>
              <a:latin typeface="Times New Roman" panose="02020503050405090304" pitchFamily="18" charset="0"/>
              <a:cs typeface="Times New Roman" panose="02020503050405090304" pitchFamily="18" charset="0"/>
            </a:endParaRPr>
          </a:p>
          <a:p>
            <a:pPr algn="ctr"/>
            <a:r>
              <a:rPr lang="en-US" sz="2500" b="1" dirty="0">
                <a:solidFill>
                  <a:schemeClr val="tx1"/>
                </a:solidFill>
                <a:latin typeface="Times New Roman" panose="02020503050405090304" pitchFamily="18" charset="0"/>
                <a:cs typeface="Times New Roman" panose="02020503050405090304" pitchFamily="18" charset="0"/>
              </a:rPr>
              <a:t>Department of Electronics and Communication Engineering</a:t>
            </a:r>
            <a:endParaRPr lang="en-US" sz="2500" b="1" dirty="0">
              <a:solidFill>
                <a:schemeClr val="tx1"/>
              </a:solidFill>
              <a:latin typeface="Times New Roman" panose="02020503050405090304" pitchFamily="18" charset="0"/>
              <a:cs typeface="Times New Roman" panose="02020503050405090304" pitchFamily="18" charset="0"/>
            </a:endParaRPr>
          </a:p>
          <a:p>
            <a:pPr algn="ctr"/>
            <a:r>
              <a:rPr lang="en-US" sz="2500" b="1" dirty="0">
                <a:solidFill>
                  <a:schemeClr val="tx1"/>
                </a:solidFill>
                <a:latin typeface="Times New Roman" panose="02020503050405090304" pitchFamily="18" charset="0"/>
                <a:cs typeface="Times New Roman" panose="02020503050405090304" pitchFamily="18" charset="0"/>
              </a:rPr>
              <a:t>Academic Year: 2024 – 2025 (Even Semester)</a:t>
            </a:r>
            <a:endParaRPr lang="en-US" sz="2500" b="1" dirty="0">
              <a:solidFill>
                <a:schemeClr val="tx1"/>
              </a:solidFill>
              <a:latin typeface="Times New Roman" panose="02020503050405090304" pitchFamily="18" charset="0"/>
              <a:cs typeface="Times New Roman" panose="02020503050405090304" pitchFamily="18" charset="0"/>
            </a:endParaRPr>
          </a:p>
          <a:p>
            <a:pPr algn="ctr"/>
            <a:endParaRPr lang="en-US" sz="2500" b="1" dirty="0">
              <a:solidFill>
                <a:schemeClr val="tx1"/>
              </a:solidFill>
              <a:latin typeface="Times New Roman" panose="02020503050405090304" pitchFamily="18" charset="0"/>
              <a:cs typeface="Times New Roman" panose="02020503050405090304" pitchFamily="18" charset="0"/>
            </a:endParaRPr>
          </a:p>
          <a:p>
            <a:r>
              <a:rPr lang="en-US" sz="2500" b="1" dirty="0">
                <a:solidFill>
                  <a:schemeClr val="tx1"/>
                </a:solidFill>
                <a:latin typeface="Times New Roman" panose="02020503050405090304" pitchFamily="18" charset="0"/>
                <a:cs typeface="Times New Roman" panose="02020503050405090304" pitchFamily="18" charset="0"/>
              </a:rPr>
              <a:t>Register Number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2</a:t>
            </a:r>
            <a:r>
              <a:rPr lang="en-US" sz="2500" b="1" dirty="0">
                <a:solidFill>
                  <a:schemeClr val="tx1"/>
                </a:solidFill>
                <a:latin typeface="Times New Roman" panose="02020503050405090304" pitchFamily="18" charset="0"/>
                <a:cs typeface="Times New Roman" panose="02020503050405090304" pitchFamily="18" charset="0"/>
              </a:rPr>
              <a:t>4</a:t>
            </a:r>
            <a:r>
              <a:rPr lang="en-US" sz="2500" b="1" dirty="0">
                <a:solidFill>
                  <a:schemeClr val="tx1"/>
                </a:solidFill>
                <a:latin typeface="Times New Roman" panose="02020503050405090304" pitchFamily="18" charset="0"/>
                <a:cs typeface="Times New Roman" panose="02020503050405090304" pitchFamily="18" charset="0"/>
              </a:rPr>
              <a:t>0</a:t>
            </a:r>
            <a:r>
              <a:rPr lang="en-US" sz="2500" b="1" dirty="0">
                <a:solidFill>
                  <a:schemeClr val="tx1"/>
                </a:solidFill>
                <a:latin typeface="Times New Roman" panose="02020503050405090304" pitchFamily="18" charset="0"/>
                <a:cs typeface="Times New Roman" panose="02020503050405090304" pitchFamily="18" charset="0"/>
              </a:rPr>
              <a:t>3</a:t>
            </a:r>
            <a:r>
              <a:rPr lang="en-US" sz="2500" b="1" dirty="0">
                <a:solidFill>
                  <a:schemeClr val="tx1"/>
                </a:solidFill>
                <a:latin typeface="Times New Roman" panose="02020503050405090304" pitchFamily="18" charset="0"/>
                <a:cs typeface="Times New Roman" panose="02020503050405090304" pitchFamily="18" charset="0"/>
              </a:rPr>
              <a:t>8</a:t>
            </a:r>
            <a:r>
              <a:rPr lang="en-US" sz="2500" b="1" dirty="0">
                <a:solidFill>
                  <a:schemeClr val="tx1"/>
                </a:solidFill>
                <a:latin typeface="Times New Roman" panose="02020503050405090304" pitchFamily="18" charset="0"/>
                <a:cs typeface="Times New Roman" panose="02020503050405090304" pitchFamily="18" charset="0"/>
              </a:rPr>
              <a:t>1</a:t>
            </a:r>
            <a:r>
              <a:rPr lang="en-US" sz="2500" b="1" dirty="0">
                <a:solidFill>
                  <a:schemeClr val="tx1"/>
                </a:solidFill>
                <a:latin typeface="Times New Roman" panose="02020503050405090304" pitchFamily="18" charset="0"/>
                <a:cs typeface="Times New Roman" panose="02020503050405090304" pitchFamily="18" charset="0"/>
              </a:rPr>
              <a:t>1</a:t>
            </a:r>
            <a:r>
              <a:rPr lang="en-US" sz="2500" b="1" dirty="0">
                <a:solidFill>
                  <a:schemeClr val="tx1"/>
                </a:solidFill>
                <a:latin typeface="Times New Roman" panose="02020503050405090304" pitchFamily="18" charset="0"/>
                <a:cs typeface="Times New Roman" panose="02020503050405090304" pitchFamily="18" charset="0"/>
              </a:rPr>
              <a:t>7</a:t>
            </a:r>
            <a:r>
              <a:rPr lang="en-US" sz="2500" b="1" dirty="0">
                <a:solidFill>
                  <a:schemeClr val="tx1"/>
                </a:solidFill>
                <a:latin typeface="Times New Roman" panose="02020503050405090304" pitchFamily="18" charset="0"/>
                <a:cs typeface="Times New Roman" panose="02020503050405090304" pitchFamily="18" charset="0"/>
              </a:rPr>
              <a:t>1</a:t>
            </a:r>
            <a:r>
              <a:rPr lang="en-US" sz="2500" b="1" dirty="0">
                <a:solidFill>
                  <a:schemeClr val="tx1"/>
                </a:solidFill>
                <a:latin typeface="Times New Roman" panose="02020503050405090304" pitchFamily="18" charset="0"/>
                <a:cs typeface="Times New Roman" panose="02020503050405090304" pitchFamily="18" charset="0"/>
              </a:rPr>
              <a:t>0</a:t>
            </a:r>
            <a:r>
              <a:rPr lang="en-US" sz="2500" b="1" dirty="0">
                <a:solidFill>
                  <a:schemeClr val="tx1"/>
                </a:solidFill>
                <a:latin typeface="Times New Roman" panose="02020503050405090304" pitchFamily="18" charset="0"/>
                <a:cs typeface="Times New Roman" panose="02020503050405090304" pitchFamily="18" charset="0"/>
              </a:rPr>
              <a:t>6</a:t>
            </a:r>
            <a:r>
              <a:rPr lang="en-US" sz="2500" b="1" dirty="0">
                <a:solidFill>
                  <a:schemeClr val="tx1"/>
                </a:solidFill>
                <a:latin typeface="Times New Roman" panose="02020503050405090304" pitchFamily="18" charset="0"/>
                <a:cs typeface="Times New Roman" panose="02020503050405090304" pitchFamily="18" charset="0"/>
              </a:rPr>
              <a:t>2</a:t>
            </a:r>
            <a:r>
              <a:rPr lang="en-US" sz="2500" b="1" dirty="0">
                <a:solidFill>
                  <a:schemeClr val="tx1"/>
                </a:solidFill>
                <a:latin typeface="Times New Roman" panose="02020503050405090304" pitchFamily="18" charset="0"/>
                <a:cs typeface="Times New Roman" panose="02020503050405090304" pitchFamily="18" charset="0"/>
              </a:rPr>
              <a:t>2</a:t>
            </a:r>
            <a:r>
              <a:rPr lang="en-US" sz="2500" b="1" dirty="0">
                <a:solidFill>
                  <a:schemeClr val="tx1"/>
                </a:solidFill>
                <a:latin typeface="Times New Roman" panose="02020503050405090304" pitchFamily="18" charset="0"/>
                <a:cs typeface="Times New Roman" panose="02020503050405090304" pitchFamily="18" charset="0"/>
              </a:rPr>
              <a:t>1</a:t>
            </a:r>
            <a:r>
              <a:rPr lang="en-US" sz="2500" b="1" dirty="0">
                <a:solidFill>
                  <a:schemeClr val="tx1"/>
                </a:solidFill>
                <a:latin typeface="Times New Roman" panose="02020503050405090304" pitchFamily="18" charset="0"/>
                <a:cs typeface="Times New Roman" panose="02020503050405090304" pitchFamily="18" charset="0"/>
              </a:rPr>
              <a:t>1</a:t>
            </a:r>
            <a:r>
              <a:rPr lang="en-US" sz="2500" b="1" dirty="0">
                <a:solidFill>
                  <a:schemeClr val="tx1"/>
                </a:solidFill>
                <a:latin typeface="Times New Roman" panose="02020503050405090304" pitchFamily="18" charset="0"/>
                <a:cs typeface="Times New Roman" panose="02020503050405090304" pitchFamily="18" charset="0"/>
              </a:rPr>
              <a:t>3</a:t>
            </a:r>
            <a:endParaRPr lang="zh-CN" altLang="en-US"/>
          </a:p>
          <a:p>
            <a:r>
              <a:rPr lang="en-US" sz="2500" b="1" dirty="0">
                <a:solidFill>
                  <a:schemeClr val="tx1"/>
                </a:solidFill>
                <a:latin typeface="Times New Roman" panose="02020503050405090304" pitchFamily="18" charset="0"/>
                <a:cs typeface="Times New Roman" panose="02020503050405090304" pitchFamily="18" charset="0"/>
              </a:rPr>
              <a:t>Name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S</a:t>
            </a:r>
            <a:r>
              <a:rPr lang="en-US" sz="2500" b="1" dirty="0">
                <a:solidFill>
                  <a:schemeClr val="tx1"/>
                </a:solidFill>
                <a:latin typeface="Times New Roman" panose="02020503050405090304" pitchFamily="18" charset="0"/>
                <a:cs typeface="Times New Roman" panose="02020503050405090304" pitchFamily="18" charset="0"/>
              </a:rPr>
              <a:t>U</a:t>
            </a:r>
            <a:r>
              <a:rPr lang="en-US" sz="2500" b="1" dirty="0">
                <a:solidFill>
                  <a:schemeClr val="tx1"/>
                </a:solidFill>
                <a:latin typeface="Times New Roman" panose="02020503050405090304" pitchFamily="18" charset="0"/>
                <a:cs typeface="Times New Roman" panose="02020503050405090304" pitchFamily="18" charset="0"/>
              </a:rPr>
              <a:t>J</a:t>
            </a:r>
            <a:r>
              <a:rPr lang="en-US" sz="2500" b="1" dirty="0">
                <a:solidFill>
                  <a:schemeClr val="tx1"/>
                </a:solidFill>
                <a:latin typeface="Times New Roman" panose="02020503050405090304" pitchFamily="18" charset="0"/>
                <a:cs typeface="Times New Roman" panose="02020503050405090304" pitchFamily="18" charset="0"/>
              </a:rPr>
              <a:t>I</a:t>
            </a:r>
            <a:r>
              <a:rPr lang="en-US" sz="2500" b="1" dirty="0">
                <a:solidFill>
                  <a:schemeClr val="tx1"/>
                </a:solidFill>
                <a:latin typeface="Times New Roman" panose="02020503050405090304" pitchFamily="18" charset="0"/>
                <a:cs typeface="Times New Roman" panose="02020503050405090304" pitchFamily="18" charset="0"/>
              </a:rPr>
              <a:t>T</a:t>
            </a:r>
            <a:r>
              <a:rPr lang="en-US" sz="2500" b="1" dirty="0">
                <a:solidFill>
                  <a:schemeClr val="tx1"/>
                </a:solidFill>
                <a:latin typeface="Times New Roman" panose="02020503050405090304" pitchFamily="18" charset="0"/>
                <a:cs typeface="Times New Roman" panose="02020503050405090304" pitchFamily="18" charset="0"/>
              </a:rPr>
              <a:t>H</a:t>
            </a:r>
            <a:r>
              <a:rPr lang="en-US" sz="2500" b="1" dirty="0">
                <a:solidFill>
                  <a:schemeClr val="tx1"/>
                </a:solidFill>
                <a:latin typeface="Times New Roman" panose="02020503050405090304" pitchFamily="18" charset="0"/>
                <a:cs typeface="Times New Roman" panose="02020503050405090304" pitchFamily="18" charset="0"/>
              </a:rPr>
              <a:t>A</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M</a:t>
            </a:r>
            <a:endParaRPr lang="zh-CN" altLang="en-US"/>
          </a:p>
          <a:p>
            <a:r>
              <a:rPr lang="en-US" sz="2500" b="1" dirty="0">
                <a:solidFill>
                  <a:schemeClr val="tx1"/>
                </a:solidFill>
                <a:latin typeface="Times New Roman" panose="02020503050405090304" pitchFamily="18" charset="0"/>
                <a:cs typeface="Times New Roman" panose="02020503050405090304" pitchFamily="18" charset="0"/>
              </a:rPr>
              <a:t>Year					: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I</a:t>
            </a:r>
            <a:endParaRPr lang="zh-CN" altLang="en-US"/>
          </a:p>
          <a:p>
            <a:r>
              <a:rPr lang="en-US" sz="2500" b="1" dirty="0">
                <a:solidFill>
                  <a:schemeClr val="tx1"/>
                </a:solidFill>
                <a:latin typeface="Times New Roman" panose="02020503050405090304" pitchFamily="18" charset="0"/>
                <a:cs typeface="Times New Roman" panose="02020503050405090304" pitchFamily="18" charset="0"/>
              </a:rPr>
              <a:t>Semester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 II</a:t>
            </a:r>
            <a:endParaRPr lang="zh-CN" altLang="en-US"/>
          </a:p>
          <a:p>
            <a:r>
              <a:rPr lang="en-US" sz="2500" b="1" dirty="0">
                <a:solidFill>
                  <a:schemeClr val="tx1"/>
                </a:solidFill>
                <a:latin typeface="Times New Roman" panose="02020503050405090304" pitchFamily="18" charset="0"/>
                <a:cs typeface="Times New Roman" panose="02020503050405090304" pitchFamily="18" charset="0"/>
              </a:rPr>
              <a:t>Section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L</a:t>
            </a:r>
            <a:endParaRPr lang="zh-CN" altLang="en-US"/>
          </a:p>
          <a:p>
            <a:r>
              <a:rPr lang="en-US" sz="2500" b="1" dirty="0">
                <a:solidFill>
                  <a:schemeClr val="tx1"/>
                </a:solidFill>
                <a:latin typeface="Times New Roman" panose="02020503050405090304" pitchFamily="18" charset="0"/>
                <a:cs typeface="Times New Roman" panose="02020503050405090304" pitchFamily="18" charset="0"/>
              </a:rPr>
              <a:t>Date					:</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 30</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04 </a:t>
            </a:r>
            <a:r>
              <a:rPr lang="en-US" sz="2500" b="1" dirty="0">
                <a:solidFill>
                  <a:schemeClr val="tx1"/>
                </a:solidFill>
                <a:latin typeface="Times New Roman" panose="02020503050405090304" pitchFamily="18" charset="0"/>
                <a:cs typeface="Times New Roman" panose="02020503050405090304" pitchFamily="18" charset="0"/>
              </a:rPr>
              <a:t>/</a:t>
            </a:r>
            <a:r>
              <a:rPr lang="en-US" sz="2500" b="1" dirty="0">
                <a:solidFill>
                  <a:schemeClr val="tx1"/>
                </a:solidFill>
                <a:latin typeface="Times New Roman" panose="02020503050405090304" pitchFamily="18" charset="0"/>
                <a:cs typeface="Times New Roman" panose="02020503050405090304" pitchFamily="18" charset="0"/>
              </a:rPr>
              <a:t> </a:t>
            </a:r>
            <a:r>
              <a:rPr lang="en-US" sz="2500" b="1" dirty="0">
                <a:solidFill>
                  <a:schemeClr val="tx1"/>
                </a:solidFill>
                <a:latin typeface="Times New Roman" panose="02020503050405090304" pitchFamily="18" charset="0"/>
                <a:cs typeface="Times New Roman" panose="02020503050405090304" pitchFamily="18" charset="0"/>
              </a:rPr>
              <a:t>2</a:t>
            </a:r>
            <a:r>
              <a:rPr lang="en-US" sz="2500" b="1" dirty="0">
                <a:solidFill>
                  <a:schemeClr val="tx1"/>
                </a:solidFill>
                <a:latin typeface="Times New Roman" panose="02020503050405090304" pitchFamily="18" charset="0"/>
                <a:cs typeface="Times New Roman" panose="02020503050405090304" pitchFamily="18" charset="0"/>
              </a:rPr>
              <a:t>0</a:t>
            </a:r>
            <a:r>
              <a:rPr lang="en-US" sz="2500" b="1" dirty="0">
                <a:solidFill>
                  <a:schemeClr val="tx1"/>
                </a:solidFill>
                <a:latin typeface="Times New Roman" panose="02020503050405090304" pitchFamily="18" charset="0"/>
                <a:cs typeface="Times New Roman" panose="02020503050405090304" pitchFamily="18" charset="0"/>
              </a:rPr>
              <a:t>2</a:t>
            </a:r>
            <a:r>
              <a:rPr lang="en-US" sz="2500" b="1" dirty="0">
                <a:solidFill>
                  <a:schemeClr val="tx1"/>
                </a:solidFill>
                <a:latin typeface="Times New Roman" panose="02020503050405090304" pitchFamily="18" charset="0"/>
                <a:cs typeface="Times New Roman" panose="02020503050405090304" pitchFamily="18" charset="0"/>
              </a:rPr>
              <a:t>5</a:t>
            </a:r>
            <a:endParaRPr lang="zh-CN" altLang="en-US"/>
          </a:p>
        </p:txBody>
      </p:sp>
      <p:sp>
        <p:nvSpPr>
          <p:cNvPr id="1048638" name="Slide Number Placeholder 3"/>
          <p:cNvSpPr>
            <a:spLocks noGrp="1"/>
          </p:cNvSpPr>
          <p:nvPr>
            <p:ph type="sldNum" sz="quarter" idx="12"/>
          </p:nvPr>
        </p:nvSpPr>
        <p:spPr/>
        <p:txBody>
          <a:bodyPr/>
          <a:p>
            <a:fld id="{DB554FDC-F986-4516-81A3-5CBC9634E9C1}" type="slidenum">
              <a:rPr lang="en-US" altLang="en-US" smtClean="0"/>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32" name="Footer Placeholder 4"/>
          <p:cNvSpPr txBox="1"/>
          <p:nvPr/>
        </p:nvSpPr>
        <p:spPr>
          <a:xfrm>
            <a:off x="952900" y="2352121"/>
            <a:ext cx="7343375" cy="896987"/>
          </a:xfrm>
          <a:prstGeom prst="rect">
            <a:avLst/>
          </a:prstGeom>
          <a:noFill/>
          <a:ln>
            <a:solidFill>
              <a:srgbClr val="02A5E3"/>
            </a:solidFill>
            <a:prstDash val="solid"/>
          </a:ln>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90204" pitchFamily="34" charset="0"/>
                <a:ea typeface="+mn-ea"/>
                <a:cs typeface="Arial" panose="020B0604020202090204" pitchFamily="34" charset="0"/>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9pPr>
          </a:lstStyle>
          <a:p>
            <a:pPr algn="l"/>
            <a:r>
              <a:rPr lang="en-US" sz="2500" b="1" dirty="0"/>
              <a:t> </a:t>
            </a:r>
            <a:r>
              <a:rPr lang="en-US" sz="2500" b="1" dirty="0"/>
              <a:t> </a:t>
            </a:r>
            <a:r>
              <a:rPr lang="en-US" sz="2500" b="1" dirty="0"/>
              <a:t> </a:t>
            </a:r>
            <a:r>
              <a:rPr lang="en-US" sz="2500" b="1" dirty="0"/>
              <a:t> </a:t>
            </a:r>
            <a:r>
              <a:rPr lang="en-US" sz="2500" b="1" dirty="0"/>
              <a:t> </a:t>
            </a:r>
            <a:r>
              <a:rPr lang="en-US" sz="2500" b="1" dirty="0"/>
              <a:t> </a:t>
            </a:r>
            <a:r>
              <a:rPr lang="en-US" sz="2500" b="1" dirty="0"/>
              <a:t> </a:t>
            </a:r>
            <a:r>
              <a:rPr lang="en-US" sz="2500" b="1" dirty="0"/>
              <a:t> </a:t>
            </a:r>
            <a:r>
              <a:rPr lang="en-US" sz="2500" b="1" dirty="0"/>
              <a:t> </a:t>
            </a:r>
            <a:r>
              <a:rPr lang="en-US" sz="3200" b="1" dirty="0"/>
              <a:t>P</a:t>
            </a:r>
            <a:r>
              <a:rPr lang="en-US" sz="3200" b="1" dirty="0"/>
              <a:t>A</a:t>
            </a:r>
            <a:r>
              <a:rPr lang="en-US" sz="3200" b="1" dirty="0"/>
              <a:t>T</a:t>
            </a:r>
            <a:r>
              <a:rPr lang="en-US" sz="3200" b="1" dirty="0"/>
              <a:t>I</a:t>
            </a:r>
            <a:r>
              <a:rPr lang="en-US" sz="3200" b="1" dirty="0"/>
              <a:t>E</a:t>
            </a:r>
            <a:r>
              <a:rPr lang="en-US" sz="3200" b="1" dirty="0"/>
              <a:t>N</a:t>
            </a:r>
            <a:r>
              <a:rPr lang="en-US" sz="3200" b="1" dirty="0"/>
              <a:t>T</a:t>
            </a:r>
            <a:r>
              <a:rPr lang="en-US" sz="3200" b="1" dirty="0"/>
              <a:t> </a:t>
            </a:r>
            <a:r>
              <a:rPr lang="en-US" sz="3200" b="1" dirty="0"/>
              <a:t>M</a:t>
            </a:r>
            <a:r>
              <a:rPr lang="en-US" sz="3200" b="1" dirty="0"/>
              <a:t>O</a:t>
            </a:r>
            <a:r>
              <a:rPr lang="en-US" sz="3200" b="1" dirty="0"/>
              <a:t>N</a:t>
            </a:r>
            <a:r>
              <a:rPr lang="en-US" sz="3200" b="1" dirty="0"/>
              <a:t>I</a:t>
            </a:r>
            <a:r>
              <a:rPr lang="en-US" sz="3200" b="1" dirty="0"/>
              <a:t>T</a:t>
            </a:r>
            <a:r>
              <a:rPr lang="en-US" sz="3200" b="1" dirty="0"/>
              <a:t>O</a:t>
            </a:r>
            <a:r>
              <a:rPr lang="en-US" sz="3200" b="1" dirty="0"/>
              <a:t>RING </a:t>
            </a:r>
            <a:r>
              <a:rPr lang="en-US" sz="3200" b="1" dirty="0"/>
              <a:t>S</a:t>
            </a:r>
            <a:r>
              <a:rPr lang="en-US" sz="3200" b="1" dirty="0"/>
              <a:t>Y</a:t>
            </a:r>
            <a:r>
              <a:rPr lang="en-US" sz="3200" b="1" dirty="0"/>
              <a:t>S</a:t>
            </a:r>
            <a:r>
              <a:rPr lang="en-US" sz="3200" b="1" dirty="0"/>
              <a:t>TEM </a:t>
            </a:r>
            <a:endParaRPr lang="en-US" sz="2500" b="1" dirty="0"/>
          </a:p>
        </p:txBody>
      </p:sp>
      <p:sp>
        <p:nvSpPr>
          <p:cNvPr id="1048633" name="Title 9"/>
          <p:cNvSpPr>
            <a:spLocks noGrp="1"/>
          </p:cNvSpPr>
          <p:nvPr>
            <p:ph type="title"/>
          </p:nvPr>
        </p:nvSpPr>
        <p:spPr>
          <a:solidFill>
            <a:schemeClr val="bg2">
              <a:lumMod val="75000"/>
            </a:schemeClr>
          </a:solidFill>
        </p:spPr>
        <p:txBody>
          <a:bodyPr>
            <a:normAutofit fontScale="90000"/>
          </a:bodyPr>
          <a:p>
            <a:pPr algn="ctr"/>
            <a:r>
              <a:rPr lang="en-US" altLang="en-IN" sz="4000" b="1" dirty="0">
                <a:solidFill>
                  <a:schemeClr val="tx1"/>
                </a:solidFill>
                <a:latin typeface="Times New Roman" panose="02020503050405090304" pitchFamily="18" charset="0"/>
                <a:cs typeface="Times New Roman" panose="02020503050405090304" pitchFamily="18" charset="0"/>
              </a:rPr>
              <a:t>    </a:t>
            </a:r>
            <a:endParaRPr lang="en-US" altLang="en-IN" sz="4000" b="1" dirty="0">
              <a:solidFill>
                <a:schemeClr val="tx1"/>
              </a:solidFill>
              <a:latin typeface="Times New Roman" panose="02020503050405090304" pitchFamily="18" charset="0"/>
              <a:cs typeface="Times New Roman" panose="02020503050405090304" pitchFamily="18" charset="0"/>
            </a:endParaRPr>
          </a:p>
        </p:txBody>
      </p:sp>
      <p:sp>
        <p:nvSpPr>
          <p:cNvPr id="1048634" name="Footer Placeholder 3"/>
          <p:cNvSpPr>
            <a:spLocks noGrp="1"/>
          </p:cNvSpPr>
          <p:nvPr>
            <p:ph type="ftr" sz="quarter" idx="11"/>
          </p:nvPr>
        </p:nvSpPr>
        <p:spPr>
          <a:xfrm>
            <a:off x="2438400" y="4767263"/>
            <a:ext cx="4340352"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35" name="Slide Number Placeholder 5"/>
          <p:cNvSpPr>
            <a:spLocks noGrp="1" noChangeArrowheads="1"/>
          </p:cNvSpPr>
          <p:nvPr>
            <p:ph type="sldNum" sz="quarter" idx="12"/>
          </p:nvPr>
        </p:nvSpPr>
        <p:spPr bwMode="auto">
          <a:noFill/>
          <a:ln>
            <a:miter lim="800000"/>
          </a:ln>
        </p:spPr>
        <p:txBody>
          <a:bodyPr/>
          <a:p>
            <a:fld id="{C8B3AA75-1EA1-4A20-9182-A423EE2FFA8F}" type="slidenum">
              <a:rPr lang="en-US" altLang="en-US"/>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8" name="Title 1"/>
          <p:cNvSpPr>
            <a:spLocks noGrp="1"/>
          </p:cNvSpPr>
          <p:nvPr>
            <p:ph type="title"/>
          </p:nvPr>
        </p:nvSpPr>
        <p:spPr>
          <a:xfrm>
            <a:off x="457200" y="209550"/>
            <a:ext cx="8229600" cy="609600"/>
          </a:xfrm>
          <a:solidFill>
            <a:schemeClr val="bg2">
              <a:lumMod val="75000"/>
            </a:schemeClr>
          </a:solidFill>
        </p:spPr>
        <p:txBody>
          <a:bodyPr>
            <a:normAutofit/>
          </a:bodyPr>
          <a:p>
            <a:pPr algn="ctr"/>
            <a:r>
              <a:rPr lang="en-IN" b="1" dirty="0">
                <a:solidFill>
                  <a:schemeClr val="tx1"/>
                </a:solidFill>
                <a:latin typeface="Times New Roman" panose="02020503050405090304" pitchFamily="18" charset="0"/>
                <a:cs typeface="Times New Roman" panose="02020503050405090304" pitchFamily="18" charset="0"/>
              </a:rPr>
              <a:t>Abstract</a:t>
            </a:r>
            <a:r>
              <a:rPr lang="en-IN" dirty="0">
                <a:solidFill>
                  <a:schemeClr val="tx1"/>
                </a:solidFill>
                <a:latin typeface="Times New Roman" panose="02020503050405090304" pitchFamily="18" charset="0"/>
                <a:cs typeface="Times New Roman" panose="02020503050405090304" pitchFamily="18" charset="0"/>
              </a:rPr>
              <a:t> </a:t>
            </a:r>
            <a:endParaRPr lang="en-IN" sz="4000" dirty="0">
              <a:solidFill>
                <a:schemeClr val="tx1"/>
              </a:solidFill>
              <a:latin typeface="Times New Roman" panose="02020503050405090304" pitchFamily="18" charset="0"/>
              <a:cs typeface="Times New Roman" panose="02020503050405090304" pitchFamily="18" charset="0"/>
            </a:endParaRPr>
          </a:p>
        </p:txBody>
      </p:sp>
      <p:sp>
        <p:nvSpPr>
          <p:cNvPr id="1048619" name="Footer Placeholder 4"/>
          <p:cNvSpPr>
            <a:spLocks noGrp="1"/>
          </p:cNvSpPr>
          <p:nvPr>
            <p:ph type="ftr" sz="quarter" idx="11"/>
          </p:nvPr>
        </p:nvSpPr>
        <p:spPr>
          <a:xfrm>
            <a:off x="2438400" y="4767263"/>
            <a:ext cx="4267200"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20"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621" name="Content Placeholder 2"/>
          <p:cNvSpPr>
            <a:spLocks noGrp="1"/>
          </p:cNvSpPr>
          <p:nvPr>
            <p:ph sz="quarter" idx="1"/>
          </p:nvPr>
        </p:nvSpPr>
        <p:spPr/>
        <p:txBody>
          <a:bodyPr/>
          <a:p>
            <a:pPr marL="0" indent="0">
              <a:buNone/>
            </a:pPr>
            <a:endParaRPr lang="en-IN" dirty="0">
              <a:latin typeface="Times New Roman" panose="02020503050405090304" pitchFamily="18" charset="0"/>
              <a:cs typeface="Times New Roman" panose="02020503050405090304" pitchFamily="18" charset="0"/>
            </a:endParaRPr>
          </a:p>
          <a:p>
            <a:pPr marL="0" indent="0">
              <a:buNone/>
            </a:pPr>
            <a:r>
              <a:rPr lang="en-IN" altLang="en-IN" dirty="0">
                <a:latin typeface="Times New Roman" panose="02020503050405090304" pitchFamily="18" charset="0"/>
                <a:cs typeface="Times New Roman" panose="02020503050405090304" pitchFamily="18" charset="0"/>
              </a:rPr>
              <a: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I</a:t>
            </a:r>
            <a:r>
              <a:rPr lang="en-US" altLang="en-IN" dirty="0">
                <a:latin typeface="Times New Roman" panose="02020503050405090304" pitchFamily="18" charset="0"/>
                <a:cs typeface="Times New Roman" panose="02020503050405090304" pitchFamily="18" charset="0"/>
              </a:rPr>
              <a:t>n</a:t>
            </a:r>
            <a:r>
              <a:rPr lang="en-US" altLang="en-IN" dirty="0">
                <a:latin typeface="Times New Roman" panose="02020503050405090304" pitchFamily="18" charset="0"/>
                <a:cs typeface="Times New Roman" panose="02020503050405090304" pitchFamily="18" charset="0"/>
              </a:rPr>
              <a:t>t</a:t>
            </a:r>
            <a:r>
              <a:rPr lang="en-US" altLang="en-IN" dirty="0">
                <a:latin typeface="Times New Roman" panose="02020503050405090304" pitchFamily="18" charset="0"/>
                <a:cs typeface="Times New Roman" panose="02020503050405090304" pitchFamily="18" charset="0"/>
              </a:rPr>
              <a:t>r</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d</a:t>
            </a:r>
            <a:r>
              <a:rPr lang="en-US" altLang="en-IN" dirty="0">
                <a:latin typeface="Times New Roman" panose="02020503050405090304" pitchFamily="18" charset="0"/>
                <a:cs typeface="Times New Roman" panose="02020503050405090304" pitchFamily="18" charset="0"/>
              </a:rPr>
              <a:t>uction</a:t>
            </a:r>
            <a:r>
              <a:rPr lang="en-US" altLang="en-IN" dirty="0">
                <a:latin typeface="Times New Roman" panose="02020503050405090304" pitchFamily="18" charset="0"/>
                <a:cs typeface="Times New Roman" panose="02020503050405090304" pitchFamily="18" charset="0"/>
              </a:rPr>
              <a:t>.</a:t>
            </a:r>
            <a:endParaRPr lang="en-IN" dirty="0">
              <a:latin typeface="Times New Roman" panose="02020503050405090304" pitchFamily="18" charset="0"/>
              <a:cs typeface="Times New Roman" panose="02020503050405090304" pitchFamily="18" charset="0"/>
            </a:endParaRPr>
          </a:p>
          <a:p>
            <a:pPr marL="0" indent="0">
              <a:buNone/>
            </a:pPr>
            <a:r>
              <a:rPr lang="en-US" altLang="en-IN" dirty="0">
                <a:latin typeface="Times New Roman" panose="02020503050405090304" pitchFamily="18" charset="0"/>
                <a:cs typeface="Times New Roman" panose="02020503050405090304" pitchFamily="18" charset="0"/>
              </a:rPr>
              <a: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P</a:t>
            </a:r>
            <a:r>
              <a:rPr lang="en-US" altLang="en-IN" dirty="0">
                <a:latin typeface="Times New Roman" panose="02020503050405090304" pitchFamily="18" charset="0"/>
                <a:cs typeface="Times New Roman" panose="02020503050405090304" pitchFamily="18" charset="0"/>
              </a:rPr>
              <a:t>y</a:t>
            </a:r>
            <a:r>
              <a:rPr lang="en-US" altLang="en-IN" dirty="0">
                <a:latin typeface="Times New Roman" panose="02020503050405090304" pitchFamily="18" charset="0"/>
                <a:cs typeface="Times New Roman" panose="02020503050405090304" pitchFamily="18" charset="0"/>
              </a:rPr>
              <a:t>t</a:t>
            </a:r>
            <a:r>
              <a:rPr lang="en-US" altLang="en-IN" dirty="0">
                <a:latin typeface="Times New Roman" panose="02020503050405090304" pitchFamily="18" charset="0"/>
                <a:cs typeface="Times New Roman" panose="02020503050405090304" pitchFamily="18" charset="0"/>
              </a:rPr>
              <a:t>h</a:t>
            </a:r>
            <a:r>
              <a:rPr lang="en-US" altLang="en-IN" dirty="0">
                <a:latin typeface="Times New Roman" panose="02020503050405090304" pitchFamily="18" charset="0"/>
                <a:cs typeface="Times New Roman" panose="02020503050405090304" pitchFamily="18" charset="0"/>
              </a:rPr>
              <a:t>on </a:t>
            </a:r>
            <a:r>
              <a:rPr lang="en-US" altLang="en-IN" dirty="0">
                <a:latin typeface="Times New Roman" panose="02020503050405090304" pitchFamily="18" charset="0"/>
                <a:cs typeface="Times New Roman" panose="02020503050405090304" pitchFamily="18" charset="0"/>
              </a:rPr>
              <a:t>programming </a:t>
            </a:r>
            <a:r>
              <a:rPr lang="en-US" altLang="en-IN" dirty="0">
                <a:latin typeface="Times New Roman" panose="02020503050405090304" pitchFamily="18" charset="0"/>
                <a:cs typeface="Times New Roman" panose="02020503050405090304" pitchFamily="18" charset="0"/>
              </a:rPr>
              <a:t>C</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ncepts </a:t>
            </a:r>
            <a:r>
              <a:rPr lang="en-US" altLang="en-IN" dirty="0">
                <a:latin typeface="Times New Roman" panose="02020503050405090304" pitchFamily="18" charset="0"/>
                <a:cs typeface="Times New Roman" panose="02020503050405090304" pitchFamily="18" charset="0"/>
              </a:rPr>
              <a:t>u</a:t>
            </a:r>
            <a:r>
              <a:rPr lang="en-US" altLang="en-IN" dirty="0">
                <a:latin typeface="Times New Roman" panose="02020503050405090304" pitchFamily="18" charset="0"/>
                <a:cs typeface="Times New Roman" panose="02020503050405090304" pitchFamily="18" charset="0"/>
              </a:rPr>
              <a:t>s</a:t>
            </a:r>
            <a:r>
              <a:rPr lang="en-US" altLang="en-IN" dirty="0">
                <a:latin typeface="Times New Roman" panose="02020503050405090304" pitchFamily="18" charset="0"/>
                <a:cs typeface="Times New Roman" panose="02020503050405090304" pitchFamily="18" charset="0"/>
              </a:rPr>
              <a:t>e</a:t>
            </a:r>
            <a:r>
              <a:rPr lang="en-US" altLang="en-IN" dirty="0">
                <a:latin typeface="Times New Roman" panose="02020503050405090304" pitchFamily="18" charset="0"/>
                <a:cs typeface="Times New Roman" panose="02020503050405090304" pitchFamily="18" charset="0"/>
              </a:rPr>
              <a:t>d</a:t>
            </a:r>
            <a:r>
              <a:rPr lang="en-US" altLang="en-IN" dirty="0">
                <a:latin typeface="Times New Roman" panose="02020503050405090304" pitchFamily="18" charset="0"/>
                <a:cs typeface="Times New Roman" panose="02020503050405090304" pitchFamily="18" charset="0"/>
              </a:rPr>
              <a:t>.</a:t>
            </a:r>
            <a:endParaRPr lang="en-IN" dirty="0">
              <a:latin typeface="Times New Roman" panose="02020503050405090304" pitchFamily="18" charset="0"/>
              <a:cs typeface="Times New Roman" panose="02020503050405090304" pitchFamily="18" charset="0"/>
            </a:endParaRPr>
          </a:p>
          <a:p>
            <a:pPr marL="0" indent="0">
              <a:buNone/>
            </a:pPr>
            <a:r>
              <a:rPr lang="en-US" altLang="en-IN" dirty="0">
                <a:latin typeface="Times New Roman" panose="02020503050405090304" pitchFamily="18" charset="0"/>
                <a:cs typeface="Times New Roman" panose="02020503050405090304" pitchFamily="18" charset="0"/>
              </a:rPr>
              <a: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P</a:t>
            </a:r>
            <a:r>
              <a:rPr lang="en-US" altLang="en-IN" dirty="0">
                <a:latin typeface="Times New Roman" panose="02020503050405090304" pitchFamily="18" charset="0"/>
                <a:cs typeface="Times New Roman" panose="02020503050405090304" pitchFamily="18" charset="0"/>
              </a:rPr>
              <a:t>r</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p</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s</a:t>
            </a:r>
            <a:r>
              <a:rPr lang="en-US" altLang="en-IN" dirty="0">
                <a:latin typeface="Times New Roman" panose="02020503050405090304" pitchFamily="18" charset="0"/>
                <a:cs typeface="Times New Roman" panose="02020503050405090304" pitchFamily="18" charset="0"/>
              </a:rPr>
              <a:t>e</a:t>
            </a:r>
            <a:r>
              <a:rPr lang="en-US" altLang="en-IN" dirty="0">
                <a:latin typeface="Times New Roman" panose="02020503050405090304" pitchFamily="18" charset="0"/>
                <a:cs typeface="Times New Roman" panose="02020503050405090304" pitchFamily="18" charset="0"/>
              </a:rPr>
              <a:t>d</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A</a:t>
            </a:r>
            <a:r>
              <a:rPr lang="en-US" altLang="en-IN" dirty="0">
                <a:latin typeface="Times New Roman" panose="02020503050405090304" pitchFamily="18" charset="0"/>
                <a:cs typeface="Times New Roman" panose="02020503050405090304" pitchFamily="18" charset="0"/>
              </a:rPr>
              <a:t>r</a:t>
            </a:r>
            <a:r>
              <a:rPr lang="en-US" altLang="en-IN" dirty="0">
                <a:latin typeface="Times New Roman" panose="02020503050405090304" pitchFamily="18" charset="0"/>
                <a:cs typeface="Times New Roman" panose="02020503050405090304" pitchFamily="18" charset="0"/>
              </a:rPr>
              <a:t>c</a:t>
            </a:r>
            <a:r>
              <a:rPr lang="en-US" altLang="en-IN" dirty="0">
                <a:latin typeface="Times New Roman" panose="02020503050405090304" pitchFamily="18" charset="0"/>
                <a:cs typeface="Times New Roman" panose="02020503050405090304" pitchFamily="18" charset="0"/>
              </a:rPr>
              <a:t>h</a:t>
            </a:r>
            <a:r>
              <a:rPr lang="en-US" altLang="en-IN" dirty="0">
                <a:latin typeface="Times New Roman" panose="02020503050405090304" pitchFamily="18" charset="0"/>
                <a:cs typeface="Times New Roman" panose="02020503050405090304" pitchFamily="18" charset="0"/>
              </a:rPr>
              <a:t>i</a:t>
            </a:r>
            <a:r>
              <a:rPr lang="en-US" altLang="en-IN" dirty="0">
                <a:latin typeface="Times New Roman" panose="02020503050405090304" pitchFamily="18" charset="0"/>
                <a:cs typeface="Times New Roman" panose="02020503050405090304" pitchFamily="18" charset="0"/>
              </a:rPr>
              <a:t>tecture</a:t>
            </a:r>
            <a:r>
              <a:rPr lang="en-US" altLang="en-IN" dirty="0">
                <a:latin typeface="Times New Roman" panose="02020503050405090304" pitchFamily="18" charset="0"/>
                <a:cs typeface="Times New Roman" panose="02020503050405090304" pitchFamily="18" charset="0"/>
              </a:rPr>
              <a:t>.</a:t>
            </a:r>
            <a:endParaRPr lang="en-IN" dirty="0">
              <a:latin typeface="Times New Roman" panose="02020503050405090304" pitchFamily="18" charset="0"/>
              <a:cs typeface="Times New Roman" panose="02020503050405090304" pitchFamily="18" charset="0"/>
            </a:endParaRPr>
          </a:p>
          <a:p>
            <a:pPr marL="0" indent="0">
              <a:buNone/>
            </a:pPr>
            <a:r>
              <a:rPr lang="en-US" altLang="en-IN" dirty="0">
                <a:latin typeface="Times New Roman" panose="02020503050405090304" pitchFamily="18" charset="0"/>
                <a:cs typeface="Times New Roman" panose="02020503050405090304" pitchFamily="18" charset="0"/>
              </a:rPr>
              <a: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P</a:t>
            </a:r>
            <a:r>
              <a:rPr lang="en-US" altLang="en-IN" dirty="0">
                <a:latin typeface="Times New Roman" panose="02020503050405090304" pitchFamily="18" charset="0"/>
                <a:cs typeface="Times New Roman" panose="02020503050405090304" pitchFamily="18" charset="0"/>
              </a:rPr>
              <a:t>r</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p</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se</a:t>
            </a:r>
            <a:r>
              <a:rPr lang="en-US" altLang="en-IN" dirty="0">
                <a:latin typeface="Times New Roman" panose="02020503050405090304" pitchFamily="18" charset="0"/>
                <a:cs typeface="Times New Roman" panose="02020503050405090304" pitchFamily="18" charset="0"/>
              </a:rPr>
              <a:t>d</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A</a:t>
            </a:r>
            <a:r>
              <a:rPr lang="en-US" altLang="en-IN" dirty="0">
                <a:latin typeface="Times New Roman" panose="02020503050405090304" pitchFamily="18" charset="0"/>
                <a:cs typeface="Times New Roman" panose="02020503050405090304" pitchFamily="18" charset="0"/>
              </a:rPr>
              <a:t>r</a:t>
            </a:r>
            <a:r>
              <a:rPr lang="en-US" altLang="en-IN" dirty="0">
                <a:latin typeface="Times New Roman" panose="02020503050405090304" pitchFamily="18" charset="0"/>
                <a:cs typeface="Times New Roman" panose="02020503050405090304" pitchFamily="18" charset="0"/>
              </a:rPr>
              <a:t>c</a:t>
            </a:r>
            <a:r>
              <a:rPr lang="en-US" altLang="en-IN" dirty="0">
                <a:latin typeface="Times New Roman" panose="02020503050405090304" pitchFamily="18" charset="0"/>
                <a:cs typeface="Times New Roman" panose="02020503050405090304" pitchFamily="18" charset="0"/>
              </a:rPr>
              <a:t>h</a:t>
            </a:r>
            <a:r>
              <a:rPr lang="en-US" altLang="en-IN" dirty="0">
                <a:latin typeface="Times New Roman" panose="02020503050405090304" pitchFamily="18" charset="0"/>
                <a:cs typeface="Times New Roman" panose="02020503050405090304" pitchFamily="18" charset="0"/>
              </a:rPr>
              <a:t>itecture </a:t>
            </a:r>
            <a:r>
              <a:rPr lang="en-US" altLang="en-IN" dirty="0">
                <a:latin typeface="Times New Roman" panose="02020503050405090304" pitchFamily="18" charset="0"/>
                <a:cs typeface="Times New Roman" panose="02020503050405090304" pitchFamily="18" charset="0"/>
              </a:rPr>
              <a: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D</a:t>
            </a:r>
            <a:r>
              <a:rPr lang="en-US" altLang="en-IN" dirty="0">
                <a:latin typeface="Times New Roman" panose="02020503050405090304" pitchFamily="18" charset="0"/>
                <a:cs typeface="Times New Roman" panose="02020503050405090304" pitchFamily="18" charset="0"/>
              </a:rPr>
              <a:t>e</a:t>
            </a:r>
            <a:r>
              <a:rPr lang="en-US" altLang="en-IN" dirty="0">
                <a:latin typeface="Times New Roman" panose="02020503050405090304" pitchFamily="18" charset="0"/>
                <a:cs typeface="Times New Roman" panose="02020503050405090304" pitchFamily="18" charset="0"/>
              </a:rPr>
              <a:t>s</a:t>
            </a:r>
            <a:r>
              <a:rPr lang="en-US" altLang="en-IN" dirty="0">
                <a:latin typeface="Times New Roman" panose="02020503050405090304" pitchFamily="18" charset="0"/>
                <a:cs typeface="Times New Roman" panose="02020503050405090304" pitchFamily="18" charset="0"/>
              </a:rPr>
              <a:t>c</a:t>
            </a:r>
            <a:r>
              <a:rPr lang="en-US" altLang="en-IN" dirty="0">
                <a:latin typeface="Times New Roman" panose="02020503050405090304" pitchFamily="18" charset="0"/>
                <a:cs typeface="Times New Roman" panose="02020503050405090304" pitchFamily="18" charset="0"/>
              </a:rPr>
              <a:t>r</a:t>
            </a:r>
            <a:r>
              <a:rPr lang="en-US" altLang="en-IN" dirty="0">
                <a:latin typeface="Times New Roman" panose="02020503050405090304" pitchFamily="18" charset="0"/>
                <a:cs typeface="Times New Roman" panose="02020503050405090304" pitchFamily="18" charset="0"/>
              </a:rPr>
              <a:t>iption</a:t>
            </a:r>
            <a:r>
              <a:rPr lang="en-US" altLang="en-IN" dirty="0">
                <a:latin typeface="Times New Roman" panose="02020503050405090304" pitchFamily="18" charset="0"/>
                <a:cs typeface="Times New Roman" panose="02020503050405090304" pitchFamily="18" charset="0"/>
              </a:rPr>
              <a:t>.</a:t>
            </a:r>
            <a:endParaRPr lang="en-IN" dirty="0">
              <a:latin typeface="Times New Roman" panose="02020503050405090304" pitchFamily="18" charset="0"/>
              <a:cs typeface="Times New Roman" panose="02020503050405090304" pitchFamily="18" charset="0"/>
            </a:endParaRPr>
          </a:p>
          <a:p>
            <a:pPr marL="0" indent="0">
              <a:buNone/>
            </a:pPr>
            <a:r>
              <a:rPr lang="en-US" altLang="en-IN" dirty="0">
                <a:latin typeface="Times New Roman" panose="02020503050405090304" pitchFamily="18" charset="0"/>
                <a:cs typeface="Times New Roman" panose="02020503050405090304" pitchFamily="18" charset="0"/>
              </a:rPr>
              <a: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L</a:t>
            </a:r>
            <a:r>
              <a:rPr lang="en-US" altLang="en-IN" dirty="0">
                <a:latin typeface="Times New Roman" panose="02020503050405090304" pitchFamily="18" charset="0"/>
                <a:cs typeface="Times New Roman" panose="02020503050405090304" pitchFamily="18" charset="0"/>
              </a:rPr>
              <a:t>i</a:t>
            </a:r>
            <a:r>
              <a:rPr lang="en-US" altLang="en-IN" dirty="0">
                <a:latin typeface="Times New Roman" panose="02020503050405090304" pitchFamily="18" charset="0"/>
                <a:cs typeface="Times New Roman" panose="02020503050405090304" pitchFamily="18" charset="0"/>
              </a:rPr>
              <a:t>s</a:t>
            </a:r>
            <a:r>
              <a:rPr lang="en-US" altLang="en-IN" dirty="0">
                <a:latin typeface="Times New Roman" panose="02020503050405090304" pitchFamily="18" charset="0"/>
                <a:cs typeface="Times New Roman" panose="02020503050405090304" pitchFamily="18" charset="0"/>
              </a:rPr>
              <a:t>t</a:t>
            </a:r>
            <a:r>
              <a:rPr lang="en-US" altLang="en-IN" dirty="0">
                <a:latin typeface="Times New Roman" panose="02020503050405090304" pitchFamily="18" charset="0"/>
                <a:cs typeface="Times New Roman" panose="02020503050405090304" pitchFamily="18" charset="0"/>
              </a:rPr>
              <a:t> </a:t>
            </a:r>
            <a:r>
              <a:rPr lang="en-US" altLang="en-IN" dirty="0">
                <a:latin typeface="Times New Roman" panose="02020503050405090304" pitchFamily="18" charset="0"/>
                <a:cs typeface="Times New Roman" panose="02020503050405090304" pitchFamily="18" charset="0"/>
              </a:rPr>
              <a:t>O</a:t>
            </a:r>
            <a:r>
              <a:rPr lang="en-US" altLang="en-IN" dirty="0">
                <a:latin typeface="Times New Roman" panose="02020503050405090304" pitchFamily="18" charset="0"/>
                <a:cs typeface="Times New Roman" panose="02020503050405090304" pitchFamily="18" charset="0"/>
              </a:rPr>
              <a:t>f</a:t>
            </a:r>
            <a:r>
              <a:rPr lang="en-US" altLang="en-IN" b="1" dirty="0">
                <a:latin typeface="Times New Roman" panose="02020503050405090304" pitchFamily="18" charset="0"/>
                <a:cs typeface="Times New Roman" panose="02020503050405090304" pitchFamily="18" charset="0"/>
              </a:rPr>
              <a:t> </a:t>
            </a:r>
            <a:r>
              <a:rPr lang="en-US" altLang="en-IN" b="0" dirty="0">
                <a:latin typeface="Times New Roman" panose="02020503050405090304" pitchFamily="18" charset="0"/>
                <a:cs typeface="Times New Roman" panose="02020503050405090304" pitchFamily="18" charset="0"/>
              </a:rPr>
              <a:t>M</a:t>
            </a:r>
            <a:r>
              <a:rPr lang="en-US" altLang="en-IN" b="0" dirty="0">
                <a:latin typeface="Times New Roman" panose="02020503050405090304" pitchFamily="18" charset="0"/>
                <a:cs typeface="Times New Roman" panose="02020503050405090304" pitchFamily="18" charset="0"/>
              </a:rPr>
              <a:t>o</a:t>
            </a:r>
            <a:r>
              <a:rPr lang="en-US" altLang="en-IN" b="0" dirty="0">
                <a:latin typeface="Times New Roman" panose="02020503050405090304" pitchFamily="18" charset="0"/>
                <a:cs typeface="Times New Roman" panose="02020503050405090304" pitchFamily="18" charset="0"/>
              </a:rPr>
              <a:t>d</a:t>
            </a:r>
            <a:r>
              <a:rPr lang="en-US" altLang="en-IN" b="0" dirty="0">
                <a:latin typeface="Times New Roman" panose="02020503050405090304" pitchFamily="18" charset="0"/>
                <a:cs typeface="Times New Roman" panose="02020503050405090304" pitchFamily="18" charset="0"/>
              </a:rPr>
              <a:t>u</a:t>
            </a:r>
            <a:r>
              <a:rPr lang="en-US" altLang="en-IN" b="0" dirty="0">
                <a:latin typeface="Times New Roman" panose="02020503050405090304" pitchFamily="18" charset="0"/>
                <a:cs typeface="Times New Roman" panose="02020503050405090304" pitchFamily="18" charset="0"/>
              </a:rPr>
              <a:t>l</a:t>
            </a:r>
            <a:r>
              <a:rPr lang="en-US" altLang="en-IN" b="0" dirty="0">
                <a:latin typeface="Times New Roman" panose="02020503050405090304" pitchFamily="18" charset="0"/>
                <a:cs typeface="Times New Roman" panose="02020503050405090304" pitchFamily="18" charset="0"/>
              </a:rPr>
              <a:t>e</a:t>
            </a:r>
            <a:r>
              <a:rPr lang="en-US" altLang="en-IN" b="0" dirty="0">
                <a:latin typeface="Times New Roman" panose="02020503050405090304" pitchFamily="18" charset="0"/>
                <a:cs typeface="Times New Roman" panose="02020503050405090304" pitchFamily="18" charset="0"/>
              </a:rPr>
              <a:t>s</a:t>
            </a:r>
            <a:r>
              <a:rPr lang="en-US" altLang="en-IN" b="0" dirty="0">
                <a:latin typeface="Times New Roman" panose="02020503050405090304" pitchFamily="18" charset="0"/>
                <a:cs typeface="Times New Roman" panose="02020503050405090304" pitchFamily="18" charset="0"/>
              </a:rPr>
              <a:t>.</a:t>
            </a:r>
            <a:endParaRPr lang="en-IN" dirty="0">
              <a:latin typeface="Times New Roman" panose="02020503050405090304" pitchFamily="18" charset="0"/>
              <a:cs typeface="Times New Roman" panose="02020503050405090304" pitchFamily="18" charset="0"/>
            </a:endParaRPr>
          </a:p>
          <a:p>
            <a:pPr marL="0" indent="0">
              <a:buNone/>
            </a:pPr>
            <a:r>
              <a:rPr lang="en-US" altLang="en-IN" b="0" dirty="0">
                <a:latin typeface="Times New Roman" panose="02020503050405090304" pitchFamily="18" charset="0"/>
                <a:cs typeface="Times New Roman" panose="02020503050405090304" pitchFamily="18" charset="0"/>
              </a:rPr>
              <a:t>•</a:t>
            </a:r>
            <a:r>
              <a:rPr lang="en-US" altLang="en-IN" b="0" dirty="0">
                <a:latin typeface="Times New Roman" panose="02020503050405090304" pitchFamily="18" charset="0"/>
                <a:cs typeface="Times New Roman" panose="02020503050405090304" pitchFamily="18" charset="0"/>
              </a:rPr>
              <a:t> </a:t>
            </a:r>
            <a:r>
              <a:rPr lang="en-US" altLang="en-IN" b="0" dirty="0">
                <a:latin typeface="Times New Roman" panose="02020503050405090304" pitchFamily="18" charset="0"/>
                <a:cs typeface="Times New Roman" panose="02020503050405090304" pitchFamily="18" charset="0"/>
              </a:rPr>
              <a:t>M</a:t>
            </a:r>
            <a:r>
              <a:rPr lang="en-US" altLang="en-IN" b="0" dirty="0">
                <a:latin typeface="Times New Roman" panose="02020503050405090304" pitchFamily="18" charset="0"/>
                <a:cs typeface="Times New Roman" panose="02020503050405090304" pitchFamily="18" charset="0"/>
              </a:rPr>
              <a:t>o</a:t>
            </a:r>
            <a:r>
              <a:rPr lang="en-US" altLang="en-IN" b="0" dirty="0">
                <a:latin typeface="Times New Roman" panose="02020503050405090304" pitchFamily="18" charset="0"/>
                <a:cs typeface="Times New Roman" panose="02020503050405090304" pitchFamily="18" charset="0"/>
              </a:rPr>
              <a:t>d</a:t>
            </a:r>
            <a:r>
              <a:rPr lang="en-US" altLang="en-IN" b="0" dirty="0">
                <a:latin typeface="Times New Roman" panose="02020503050405090304" pitchFamily="18" charset="0"/>
                <a:cs typeface="Times New Roman" panose="02020503050405090304" pitchFamily="18" charset="0"/>
              </a:rPr>
              <a:t>u</a:t>
            </a:r>
            <a:r>
              <a:rPr lang="en-US" altLang="en-IN" b="0" dirty="0">
                <a:latin typeface="Times New Roman" panose="02020503050405090304" pitchFamily="18" charset="0"/>
                <a:cs typeface="Times New Roman" panose="02020503050405090304" pitchFamily="18" charset="0"/>
              </a:rPr>
              <a:t>l</a:t>
            </a:r>
            <a:r>
              <a:rPr lang="en-US" altLang="en-IN" b="0" dirty="0">
                <a:latin typeface="Times New Roman" panose="02020503050405090304" pitchFamily="18" charset="0"/>
                <a:cs typeface="Times New Roman" panose="02020503050405090304" pitchFamily="18" charset="0"/>
              </a:rPr>
              <a:t>e</a:t>
            </a:r>
            <a:r>
              <a:rPr lang="en-US" altLang="en-IN" b="0" dirty="0">
                <a:latin typeface="Times New Roman" panose="02020503050405090304" pitchFamily="18" charset="0"/>
                <a:cs typeface="Times New Roman" panose="02020503050405090304" pitchFamily="18" charset="0"/>
              </a:rPr>
              <a:t>s</a:t>
            </a:r>
            <a:r>
              <a:rPr lang="en-US" altLang="en-IN" b="0" dirty="0">
                <a:latin typeface="Times New Roman" panose="02020503050405090304" pitchFamily="18" charset="0"/>
                <a:cs typeface="Times New Roman" panose="02020503050405090304" pitchFamily="18" charset="0"/>
              </a:rPr>
              <a:t> </a:t>
            </a:r>
            <a:r>
              <a:rPr lang="en-US" altLang="en-IN" b="0" dirty="0">
                <a:latin typeface="Times New Roman" panose="02020503050405090304" pitchFamily="18" charset="0"/>
                <a:cs typeface="Times New Roman" panose="02020503050405090304" pitchFamily="18" charset="0"/>
              </a:rPr>
              <a:t>-</a:t>
            </a:r>
            <a:r>
              <a:rPr lang="en-US" altLang="en-IN" b="0" dirty="0">
                <a:latin typeface="Times New Roman" panose="02020503050405090304" pitchFamily="18" charset="0"/>
                <a:cs typeface="Times New Roman" panose="02020503050405090304" pitchFamily="18" charset="0"/>
              </a:rPr>
              <a:t> </a:t>
            </a:r>
            <a:r>
              <a:rPr lang="en-US" altLang="en-IN" b="0" dirty="0">
                <a:latin typeface="Times New Roman" panose="02020503050405090304" pitchFamily="18" charset="0"/>
                <a:cs typeface="Times New Roman" panose="02020503050405090304" pitchFamily="18" charset="0"/>
              </a:rPr>
              <a:t>D</a:t>
            </a:r>
            <a:r>
              <a:rPr lang="en-US" altLang="en-IN" b="0" dirty="0">
                <a:latin typeface="Times New Roman" panose="02020503050405090304" pitchFamily="18" charset="0"/>
                <a:cs typeface="Times New Roman" panose="02020503050405090304" pitchFamily="18" charset="0"/>
              </a:rPr>
              <a:t>e</a:t>
            </a:r>
            <a:r>
              <a:rPr lang="en-US" altLang="en-IN" b="0" dirty="0">
                <a:latin typeface="Times New Roman" panose="02020503050405090304" pitchFamily="18" charset="0"/>
                <a:cs typeface="Times New Roman" panose="02020503050405090304" pitchFamily="18" charset="0"/>
              </a:rPr>
              <a:t>s</a:t>
            </a:r>
            <a:r>
              <a:rPr lang="en-US" altLang="en-IN" b="0" dirty="0">
                <a:latin typeface="Times New Roman" panose="02020503050405090304" pitchFamily="18" charset="0"/>
                <a:cs typeface="Times New Roman" panose="02020503050405090304" pitchFamily="18" charset="0"/>
              </a:rPr>
              <a:t>c</a:t>
            </a:r>
            <a:r>
              <a:rPr lang="en-US" altLang="en-IN" b="0" dirty="0">
                <a:latin typeface="Times New Roman" panose="02020503050405090304" pitchFamily="18" charset="0"/>
                <a:cs typeface="Times New Roman" panose="02020503050405090304" pitchFamily="18" charset="0"/>
              </a:rPr>
              <a:t>r</a:t>
            </a:r>
            <a:r>
              <a:rPr lang="en-US" altLang="en-IN" b="0" dirty="0">
                <a:latin typeface="Times New Roman" panose="02020503050405090304" pitchFamily="18" charset="0"/>
                <a:cs typeface="Times New Roman" panose="02020503050405090304" pitchFamily="18" charset="0"/>
              </a:rPr>
              <a:t>iption </a:t>
            </a:r>
            <a:r>
              <a:rPr lang="en-US" altLang="en-IN" b="0" dirty="0">
                <a:latin typeface="Times New Roman" panose="02020503050405090304" pitchFamily="18" charset="0"/>
                <a:cs typeface="Times New Roman" panose="02020503050405090304" pitchFamily="18" charset="0"/>
              </a:rPr>
              <a:t>.</a:t>
            </a:r>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0" name="Title 1"/>
          <p:cNvSpPr>
            <a:spLocks noGrp="1"/>
          </p:cNvSpPr>
          <p:nvPr>
            <p:ph type="title"/>
          </p:nvPr>
        </p:nvSpPr>
        <p:spPr>
          <a:xfrm>
            <a:off x="457200" y="285750"/>
            <a:ext cx="8229600" cy="457200"/>
          </a:xfrm>
          <a:solidFill>
            <a:schemeClr val="bg2">
              <a:lumMod val="75000"/>
            </a:schemeClr>
          </a:solidFill>
        </p:spPr>
        <p:txBody>
          <a:bodyPr>
            <a:noAutofit/>
          </a:bodyPr>
          <a:p>
            <a:pPr algn="ctr"/>
            <a:r>
              <a:rPr lang="en-IN" b="1" dirty="0">
                <a:solidFill>
                  <a:schemeClr val="tx1"/>
                </a:solidFill>
                <a:latin typeface="Times New Roman" panose="02020503050405090304" pitchFamily="18" charset="0"/>
                <a:cs typeface="Times New Roman" panose="02020503050405090304" pitchFamily="18" charset="0"/>
              </a:rPr>
              <a:t>Introduction</a:t>
            </a:r>
            <a:endParaRPr lang="en-IN" sz="4000" b="1" dirty="0">
              <a:solidFill>
                <a:schemeClr val="tx1"/>
              </a:solidFill>
              <a:latin typeface="Times New Roman" panose="02020503050405090304" pitchFamily="18" charset="0"/>
              <a:cs typeface="Times New Roman" panose="02020503050405090304" pitchFamily="18" charset="0"/>
            </a:endParaRPr>
          </a:p>
        </p:txBody>
      </p:sp>
      <p:sp>
        <p:nvSpPr>
          <p:cNvPr id="1048611" name="Footer Placeholder 4"/>
          <p:cNvSpPr>
            <a:spLocks noGrp="1"/>
          </p:cNvSpPr>
          <p:nvPr>
            <p:ph type="ftr" sz="quarter" idx="11"/>
          </p:nvPr>
        </p:nvSpPr>
        <p:spPr>
          <a:xfrm>
            <a:off x="2362200" y="4767263"/>
            <a:ext cx="4495800"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12"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613" name="Text Box 1048612"/>
          <p:cNvSpPr txBox="1"/>
          <p:nvPr/>
        </p:nvSpPr>
        <p:spPr>
          <a:xfrm>
            <a:off x="612647" y="1242536"/>
            <a:ext cx="8403626" cy="3025140"/>
          </a:xfrm>
          <a:prstGeom prst="rect">
            <a:avLst/>
          </a:prstGeom>
          <a:ln>
            <a:solidFill>
              <a:srgbClr val="02A5E3"/>
            </a:solidFill>
            <a:prstDash val="dash"/>
          </a:ln>
        </p:spPr>
        <p:txBody>
          <a:bodyPr wrap="square" rtlCol="0">
            <a:spAutoFit/>
          </a:bodyPr>
          <a:p>
            <a:r>
              <a:rPr lang="en-US" sz="2800">
                <a:solidFill>
                  <a:srgbClr val="000000"/>
                </a:solidFill>
              </a:rPr>
              <a:t>A Patient Monitoring System is a medical technology solution designed to track and monitor the health of patients in real time. This system can be used in hospitals, clinics, or even at home to continuously observe vital signs such as heart rate, blood pressure, body temperature, and oxygen saturation levels. </a:t>
            </a:r>
            <a:endParaRPr lang="en-US" sz="2800">
              <a:solidFill>
                <a:srgbClr val="00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89" name="Title 1"/>
          <p:cNvSpPr>
            <a:spLocks noGrp="1"/>
          </p:cNvSpPr>
          <p:nvPr>
            <p:ph type="title"/>
          </p:nvPr>
        </p:nvSpPr>
        <p:spPr>
          <a:solidFill>
            <a:schemeClr val="bg2">
              <a:lumMod val="75000"/>
            </a:schemeClr>
          </a:solidFill>
        </p:spPr>
        <p:txBody>
          <a:bodyPr>
            <a:normAutofit/>
          </a:bodyPr>
          <a:p>
            <a:pPr algn="ctr"/>
            <a:r>
              <a:rPr lang="en-IN" b="1" dirty="0">
                <a:solidFill>
                  <a:schemeClr val="tx1"/>
                </a:solidFill>
                <a:latin typeface="Times New Roman" panose="02020503050405090304" pitchFamily="18" charset="0"/>
                <a:cs typeface="Times New Roman" panose="02020503050405090304" pitchFamily="18" charset="0"/>
              </a:rPr>
              <a:t>Python Programming  - Concepts Used</a:t>
            </a:r>
            <a:endParaRPr lang="en-IN" sz="4000" b="1" dirty="0">
              <a:solidFill>
                <a:schemeClr val="tx1"/>
              </a:solidFill>
              <a:latin typeface="Times New Roman" panose="02020503050405090304" pitchFamily="18" charset="0"/>
              <a:cs typeface="Times New Roman" panose="02020503050405090304" pitchFamily="18" charset="0"/>
            </a:endParaRPr>
          </a:p>
        </p:txBody>
      </p:sp>
      <p:sp>
        <p:nvSpPr>
          <p:cNvPr id="1048590" name="Footer Placeholder 4"/>
          <p:cNvSpPr>
            <a:spLocks noGrp="1"/>
          </p:cNvSpPr>
          <p:nvPr>
            <p:ph type="ftr" sz="quarter" idx="11"/>
          </p:nvPr>
        </p:nvSpPr>
        <p:spPr>
          <a:xfrm>
            <a:off x="2133600" y="4767263"/>
            <a:ext cx="4416552"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591"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592" name="Content Placeholder 2"/>
          <p:cNvSpPr>
            <a:spLocks noGrp="1"/>
          </p:cNvSpPr>
          <p:nvPr>
            <p:ph sz="quarter" idx="1"/>
          </p:nvPr>
        </p:nvSpPr>
        <p:spPr>
          <a:xfrm>
            <a:off x="612622" y="1338262"/>
            <a:ext cx="7918756" cy="3703320"/>
          </a:xfrm>
          <a:ln>
            <a:solidFill>
              <a:srgbClr val="02A5E3"/>
            </a:solidFill>
            <a:prstDash val="sysDash"/>
          </a:ln>
        </p:spPr>
        <p:txBody>
          <a:bodyPr/>
          <a:p>
            <a:r>
              <a:rPr lang="en-US" dirty="0">
                <a:latin typeface="Times New Roman" panose="02020503050405090304" pitchFamily="18" charset="0"/>
                <a:cs typeface="Times New Roman" panose="02020503050405090304" pitchFamily="18" charset="0"/>
              </a:rPr>
              <a:t>In this Python project, we develop an automated system that can simulate the monitoring of a patient's health metrics and alert the relevant medical staff when certain thresholds are breached. It uses Python libraries to handle data collection, processing, and visualization, making it both an efficient and scalable solution.</a:t>
            </a:r>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93" name="Title 1"/>
          <p:cNvSpPr>
            <a:spLocks noGrp="1"/>
          </p:cNvSpPr>
          <p:nvPr>
            <p:ph type="title"/>
          </p:nvPr>
        </p:nvSpPr>
        <p:spPr>
          <a:xfrm>
            <a:off x="381000" y="0"/>
            <a:ext cx="8229600" cy="742950"/>
          </a:xfrm>
          <a:solidFill>
            <a:schemeClr val="bg2">
              <a:lumMod val="75000"/>
            </a:schemeClr>
          </a:solidFill>
        </p:spPr>
        <p:txBody>
          <a:bodyPr>
            <a:normAutofit/>
          </a:bodyPr>
          <a:p>
            <a:pPr algn="ctr"/>
            <a:r>
              <a:rPr lang="en-IN" b="1" dirty="0">
                <a:solidFill>
                  <a:schemeClr val="tx1"/>
                </a:solidFill>
                <a:latin typeface="Times New Roman" panose="02020503050405090304" pitchFamily="18" charset="0"/>
                <a:cs typeface="Times New Roman" panose="02020503050405090304" pitchFamily="18" charset="0"/>
              </a:rPr>
              <a:t>Proposed Architecture</a:t>
            </a:r>
            <a:endParaRPr lang="en-IN" sz="4000" b="1" dirty="0">
              <a:solidFill>
                <a:schemeClr val="tx1"/>
              </a:solidFill>
              <a:latin typeface="Times New Roman" panose="02020503050405090304" pitchFamily="18" charset="0"/>
              <a:cs typeface="Times New Roman" panose="02020503050405090304" pitchFamily="18" charset="0"/>
            </a:endParaRPr>
          </a:p>
        </p:txBody>
      </p:sp>
      <p:sp>
        <p:nvSpPr>
          <p:cNvPr id="1048594" name="Footer Placeholder 4"/>
          <p:cNvSpPr>
            <a:spLocks noGrp="1"/>
          </p:cNvSpPr>
          <p:nvPr>
            <p:ph type="ftr" sz="quarter" idx="11"/>
          </p:nvPr>
        </p:nvSpPr>
        <p:spPr>
          <a:xfrm>
            <a:off x="2438400" y="4781550"/>
            <a:ext cx="4264152" cy="228600"/>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595"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pic>
        <p:nvPicPr>
          <p:cNvPr id="2097152" name="Picture 2097151"/>
          <p:cNvPicPr/>
          <p:nvPr/>
        </p:nvPicPr>
        <p:blipFill>
          <a:blip r:embed="rId1"/>
          <a:stretch>
            <a:fillRect/>
          </a:stretch>
        </p:blipFill>
        <p:spPr>
          <a:xfrm>
            <a:off x="304923" y="742949"/>
            <a:ext cx="8314342" cy="40421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BLOCK DIAGRAM</a:t>
            </a:r>
            <a:endParaRPr lang="en-US"/>
          </a:p>
        </p:txBody>
      </p:sp>
      <p:sp>
        <p:nvSpPr>
          <p:cNvPr id="5" name="Slide Number Placeholder 4"/>
          <p:cNvSpPr>
            <a:spLocks noGrp="1"/>
          </p:cNvSpPr>
          <p:nvPr>
            <p:ph type="sldNum" sz="quarter" idx="12"/>
          </p:nvPr>
        </p:nvSpPr>
        <p:spPr/>
        <p:txBody>
          <a:bodyPr/>
          <a:p>
            <a:fld id="{0E14ABD8-B1EB-4C07-9937-C8C4E38BDF00}" type="slidenum">
              <a:rPr lang="en-US" altLang="en-US" smtClean="0"/>
            </a:fld>
            <a:endParaRPr lang="en-US" altLang="en-US"/>
          </a:p>
        </p:txBody>
      </p:sp>
      <p:pic>
        <p:nvPicPr>
          <p:cNvPr id="8" name="Picture 7"/>
          <p:cNvPicPr/>
          <p:nvPr/>
        </p:nvPicPr>
        <p:blipFill>
          <a:blip r:embed="rId1"/>
        </p:blipFill>
        <p:spPr>
          <a:xfrm>
            <a:off x="762000" y="819150"/>
            <a:ext cx="7468870" cy="40570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14" name="Title 1"/>
          <p:cNvSpPr>
            <a:spLocks noGrp="1"/>
          </p:cNvSpPr>
          <p:nvPr>
            <p:ph type="title"/>
          </p:nvPr>
        </p:nvSpPr>
        <p:spPr>
          <a:solidFill>
            <a:schemeClr val="bg2">
              <a:lumMod val="75000"/>
            </a:schemeClr>
          </a:solidFill>
        </p:spPr>
        <p:txBody>
          <a:bodyPr>
            <a:normAutofit/>
          </a:bodyPr>
          <a:p>
            <a:pPr algn="ctr"/>
            <a:r>
              <a:rPr lang="en-IN" b="1" dirty="0">
                <a:solidFill>
                  <a:schemeClr val="tx1"/>
                </a:solidFill>
                <a:latin typeface="Times New Roman" panose="02020503050405090304" pitchFamily="18" charset="0"/>
                <a:cs typeface="Times New Roman" panose="02020503050405090304" pitchFamily="18" charset="0"/>
              </a:rPr>
              <a:t>Proposed Architecture - Description</a:t>
            </a:r>
            <a:endParaRPr lang="en-IN" sz="4000" b="1" dirty="0">
              <a:solidFill>
                <a:schemeClr val="tx1"/>
              </a:solidFill>
              <a:latin typeface="Times New Roman" panose="02020503050405090304" pitchFamily="18" charset="0"/>
              <a:cs typeface="Times New Roman" panose="02020503050405090304" pitchFamily="18" charset="0"/>
            </a:endParaRPr>
          </a:p>
        </p:txBody>
      </p:sp>
      <p:sp>
        <p:nvSpPr>
          <p:cNvPr id="1048615" name="Footer Placeholder 4"/>
          <p:cNvSpPr>
            <a:spLocks noGrp="1"/>
          </p:cNvSpPr>
          <p:nvPr>
            <p:ph type="ftr" sz="quarter" idx="11"/>
          </p:nvPr>
        </p:nvSpPr>
        <p:spPr>
          <a:xfrm>
            <a:off x="2667000" y="4767263"/>
            <a:ext cx="4267200"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16"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617" name="Content Placeholder 2"/>
          <p:cNvSpPr>
            <a:spLocks noGrp="1"/>
          </p:cNvSpPr>
          <p:nvPr>
            <p:ph sz="quarter" idx="1"/>
          </p:nvPr>
        </p:nvSpPr>
        <p:spPr>
          <a:xfrm>
            <a:off x="457199" y="1252061"/>
            <a:ext cx="8229600" cy="3703320"/>
          </a:xfrm>
        </p:spPr>
        <p:txBody>
          <a:bodyPr/>
          <a:p>
            <a:r>
              <a:rPr lang="en-US" dirty="0">
                <a:latin typeface="Times New Roman" panose="02020503050405090304" pitchFamily="18" charset="0"/>
                <a:cs typeface="Times New Roman" panose="02020503050405090304" pitchFamily="18" charset="0"/>
              </a:rPr>
              <a:t>A typical proposed architecture for a patient monitoring system involves sensors collecting vital signs, a data acquisition layer </a:t>
            </a:r>
            <a:r>
              <a:rPr lang="en-US" dirty="0">
                <a:latin typeface="Times New Roman" panose="02020503050405090304" pitchFamily="18" charset="0"/>
                <a:cs typeface="Times New Roman" panose="02020503050405090304" pitchFamily="18" charset="0"/>
              </a:rPr>
              <a:t>l</a:t>
            </a:r>
            <a:r>
              <a:rPr lang="en-US" dirty="0">
                <a:latin typeface="Times New Roman" panose="02020503050405090304" pitchFamily="18" charset="0"/>
                <a:cs typeface="Times New Roman" panose="02020503050405090304" pitchFamily="18" charset="0"/>
              </a:rPr>
              <a:t>i</a:t>
            </a:r>
            <a:r>
              <a:rPr lang="en-US" dirty="0">
                <a:latin typeface="Times New Roman" panose="02020503050405090304" pitchFamily="18" charset="0"/>
                <a:cs typeface="Times New Roman" panose="02020503050405090304" pitchFamily="18" charset="0"/>
              </a:rPr>
              <a:t>ke a smartphone app, a transmission layer (5G or other network), a database for storage and processing, and potentially a machine learning or AI component for analysis and alerts. </a:t>
            </a:r>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2" name="Title 1"/>
          <p:cNvSpPr>
            <a:spLocks noGrp="1"/>
          </p:cNvSpPr>
          <p:nvPr>
            <p:ph type="title"/>
          </p:nvPr>
        </p:nvSpPr>
        <p:spPr>
          <a:solidFill>
            <a:schemeClr val="bg2">
              <a:lumMod val="75000"/>
            </a:schemeClr>
          </a:solidFill>
        </p:spPr>
        <p:txBody>
          <a:bodyPr>
            <a:normAutofit/>
          </a:bodyPr>
          <a:p>
            <a:pPr algn="ctr"/>
            <a:r>
              <a:rPr lang="en-IN" b="1" dirty="0">
                <a:solidFill>
                  <a:schemeClr val="tx1"/>
                </a:solidFill>
                <a:latin typeface="Times New Roman" panose="02020503050405090304" pitchFamily="18" charset="0"/>
                <a:cs typeface="Times New Roman" panose="02020503050405090304" pitchFamily="18" charset="0"/>
              </a:rPr>
              <a:t>List of Modules</a:t>
            </a:r>
            <a:endParaRPr lang="en-IN" b="1" dirty="0">
              <a:solidFill>
                <a:schemeClr val="tx1"/>
              </a:solidFill>
              <a:latin typeface="Times New Roman" panose="02020503050405090304" pitchFamily="18" charset="0"/>
              <a:cs typeface="Times New Roman" panose="02020503050405090304" pitchFamily="18" charset="0"/>
            </a:endParaRPr>
          </a:p>
        </p:txBody>
      </p:sp>
      <p:sp>
        <p:nvSpPr>
          <p:cNvPr id="1048623" name="Footer Placeholder 4"/>
          <p:cNvSpPr>
            <a:spLocks noGrp="1"/>
          </p:cNvSpPr>
          <p:nvPr>
            <p:ph type="ftr" sz="quarter" idx="11"/>
          </p:nvPr>
        </p:nvSpPr>
        <p:spPr>
          <a:xfrm>
            <a:off x="2819400" y="4767263"/>
            <a:ext cx="4343400"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24" name="Slide Number Placeholder 5"/>
          <p:cNvSpPr>
            <a:spLocks noGrp="1"/>
          </p:cNvSpPr>
          <p:nvPr>
            <p:ph type="sldNum" sz="quarter" idx="12"/>
          </p:nvPr>
        </p:nvSpPr>
        <p:spPr/>
        <p:txBody>
          <a:bodyPr/>
          <a:p>
            <a:fld id="{0E14ABD8-B1EB-4C07-9937-C8C4E38BDF00}" type="slidenum">
              <a:rPr lang="en-US" altLang="en-US" smtClean="0"/>
            </a:fld>
            <a:endParaRPr lang="en-US" altLang="en-US"/>
          </a:p>
        </p:txBody>
      </p:sp>
      <p:sp>
        <p:nvSpPr>
          <p:cNvPr id="1048625" name="Content Placeholder 2"/>
          <p:cNvSpPr>
            <a:spLocks noGrp="1"/>
          </p:cNvSpPr>
          <p:nvPr>
            <p:ph sz="quarter" idx="1"/>
          </p:nvPr>
        </p:nvSpPr>
        <p:spPr>
          <a:noFill/>
          <a:ln>
            <a:solidFill>
              <a:srgbClr val="02A5E3"/>
            </a:solidFill>
            <a:prstDash val="solid"/>
          </a:ln>
        </p:spPr>
        <p:txBody>
          <a:bodyPr>
            <a:normAutofit/>
          </a:bodyPr>
          <a:p>
            <a:pPr marL="0" indent="0">
              <a:buNone/>
            </a:pPr>
            <a:r>
              <a:rPr lang="en-US" sz="3200" u="sng" dirty="0">
                <a:latin typeface="Times New Roman" panose="02020503050405090304" pitchFamily="18" charset="0"/>
                <a:cs typeface="Times New Roman" panose="02020503050405090304" pitchFamily="18" charset="0"/>
              </a:rPr>
              <a:t>Modules for Patient Monitors</a:t>
            </a:r>
            <a:endParaRPr lang="en-IN" sz="3200" u="sng"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Multiparameter Module.</a:t>
            </a:r>
            <a:endParaRPr lang="en-IN" sz="2400"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Capnography.</a:t>
            </a:r>
            <a:endParaRPr lang="en-IN" sz="2400"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Pulse Oximetry.</a:t>
            </a:r>
            <a:endParaRPr lang="en-IN" sz="2400"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Electrocardiography.</a:t>
            </a:r>
            <a:endParaRPr lang="en-IN" sz="2400"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N</a:t>
            </a:r>
            <a:r>
              <a:rPr lang="en-US" sz="2400" dirty="0">
                <a:latin typeface="Times New Roman" panose="02020503050405090304" pitchFamily="18" charset="0"/>
                <a:cs typeface="Times New Roman" panose="02020503050405090304" pitchFamily="18" charset="0"/>
              </a:rPr>
              <a:t>on-Invasive Blood Pressure.</a:t>
            </a:r>
            <a:endParaRPr lang="en-IN" sz="2400"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B</a:t>
            </a:r>
            <a:r>
              <a:rPr lang="en-US" sz="2400" dirty="0">
                <a:latin typeface="Times New Roman" panose="02020503050405090304" pitchFamily="18" charset="0"/>
                <a:cs typeface="Times New Roman" panose="02020503050405090304" pitchFamily="18" charset="0"/>
              </a:rPr>
              <a:t>ody Temperature.</a:t>
            </a:r>
            <a:endParaRPr lang="en-IN" sz="2400" dirty="0">
              <a:latin typeface="Times New Roman" panose="02020503050405090304" pitchFamily="18" charset="0"/>
              <a:cs typeface="Times New Roman" panose="02020503050405090304" pitchFamily="18" charset="0"/>
            </a:endParaRPr>
          </a:p>
          <a:p>
            <a:pPr marL="0" indent="0">
              <a:buNone/>
            </a:pP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a:t>
            </a:r>
            <a:r>
              <a:rPr lang="en-US" sz="2400" dirty="0">
                <a:latin typeface="Times New Roman" panose="02020503050405090304" pitchFamily="18" charset="0"/>
                <a:cs typeface="Times New Roman" panose="02020503050405090304" pitchFamily="18" charset="0"/>
              </a:rPr>
              <a:t>&gt;</a:t>
            </a:r>
            <a:r>
              <a:rPr lang="en-US" sz="2400" dirty="0">
                <a:latin typeface="Times New Roman" panose="02020503050405090304" pitchFamily="18" charset="0"/>
                <a:cs typeface="Times New Roman" panose="02020503050405090304" pitchFamily="18" charset="0"/>
              </a:rPr>
              <a:t> </a:t>
            </a:r>
            <a:r>
              <a:rPr lang="en-US" sz="2400" dirty="0">
                <a:latin typeface="Times New Roman" panose="02020503050405090304" pitchFamily="18" charset="0"/>
                <a:cs typeface="Times New Roman" panose="02020503050405090304" pitchFamily="18" charset="0"/>
              </a:rPr>
              <a:t>Invasive Blood Pressure.</a:t>
            </a:r>
            <a:endParaRPr lang="en-IN"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9" name="Title 1"/>
          <p:cNvSpPr>
            <a:spLocks noGrp="1"/>
          </p:cNvSpPr>
          <p:nvPr>
            <p:ph type="title"/>
          </p:nvPr>
        </p:nvSpPr>
        <p:spPr>
          <a:solidFill>
            <a:schemeClr val="bg2">
              <a:lumMod val="75000"/>
            </a:schemeClr>
          </a:solidFill>
        </p:spPr>
        <p:txBody>
          <a:bodyPr vert="horz" anchor="b" anchorCtr="0">
            <a:normAutofit/>
          </a:bodyPr>
          <a:p>
            <a:pPr algn="ctr"/>
            <a:r>
              <a:rPr lang="en-IN" b="1" dirty="0">
                <a:solidFill>
                  <a:schemeClr val="tx1"/>
                </a:solidFill>
                <a:latin typeface="Times New Roman" panose="02020503050405090304" pitchFamily="18" charset="0"/>
                <a:cs typeface="Times New Roman" panose="02020503050405090304" pitchFamily="18" charset="0"/>
              </a:rPr>
              <a:t>Description of Modules</a:t>
            </a:r>
            <a:endParaRPr lang="en-US" b="1" dirty="0">
              <a:solidFill>
                <a:schemeClr val="tx1"/>
              </a:solidFill>
              <a:latin typeface="Times New Roman" panose="02020503050405090304" pitchFamily="18" charset="0"/>
              <a:cs typeface="Times New Roman" panose="02020503050405090304" pitchFamily="18" charset="0"/>
            </a:endParaRPr>
          </a:p>
        </p:txBody>
      </p:sp>
      <p:sp>
        <p:nvSpPr>
          <p:cNvPr id="1048640" name="Footer Placeholder 2"/>
          <p:cNvSpPr>
            <a:spLocks noGrp="1"/>
          </p:cNvSpPr>
          <p:nvPr>
            <p:ph type="ftr" sz="quarter" idx="11"/>
          </p:nvPr>
        </p:nvSpPr>
        <p:spPr>
          <a:xfrm>
            <a:off x="2667000" y="4767263"/>
            <a:ext cx="4343400" cy="274320"/>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41" name="Slide Number Placeholder 3"/>
          <p:cNvSpPr>
            <a:spLocks noGrp="1"/>
          </p:cNvSpPr>
          <p:nvPr>
            <p:ph type="sldNum" sz="quarter" idx="12"/>
          </p:nvPr>
        </p:nvSpPr>
        <p:spPr/>
        <p:txBody>
          <a:bodyPr/>
          <a:p>
            <a:fld id="{0E14ABD8-B1EB-4C07-9937-C8C4E38BDF00}" type="slidenum">
              <a:rPr lang="en-US" altLang="en-US" smtClean="0"/>
            </a:fld>
            <a:endParaRPr lang="en-US" altLang="en-US"/>
          </a:p>
        </p:txBody>
      </p:sp>
      <p:sp>
        <p:nvSpPr>
          <p:cNvPr id="1048642" name="Content Placeholder 4"/>
          <p:cNvSpPr>
            <a:spLocks noGrp="1"/>
          </p:cNvSpPr>
          <p:nvPr>
            <p:ph sz="quarter" idx="1"/>
          </p:nvPr>
        </p:nvSpPr>
        <p:spPr/>
        <p:txBody>
          <a:bodyPr/>
          <a:p>
            <a:r>
              <a:rPr lang="en-US" dirty="0"/>
              <a:t>Patient monitoring system modules are crucial components that track and display a patient's physiological parameters in real-time, encompassing vital signs like heart rate, blood pressure, and oxygen saturation, and can be part of centralized or portable monitoring systems. </a:t>
            </a:r>
            <a:endParaRPr lang="en-US" dirty="0"/>
          </a:p>
          <a:p>
            <a:pPr marL="0" indent="0">
              <a:buNone/>
            </a:pPr>
            <a:r>
              <a:rPr lang="en-US" sz="2400" u="sng" dirty="0"/>
              <a:t> </a:t>
            </a:r>
            <a:r>
              <a:rPr lang="en-US" sz="2400" u="sng" dirty="0"/>
              <a:t>E</a:t>
            </a:r>
            <a:r>
              <a:rPr lang="en-US" sz="2400" u="sng" dirty="0"/>
              <a:t>x</a:t>
            </a:r>
            <a:r>
              <a:rPr lang="en-US" sz="2400" u="sng" dirty="0"/>
              <a:t>a</a:t>
            </a:r>
            <a:r>
              <a:rPr lang="en-US" sz="2400" u="sng" dirty="0"/>
              <a:t>m</a:t>
            </a:r>
            <a:r>
              <a:rPr lang="en-US" sz="2400" u="sng" dirty="0"/>
              <a:t>p</a:t>
            </a:r>
            <a:r>
              <a:rPr lang="en-US" sz="2400" u="sng" dirty="0"/>
              <a:t>l</a:t>
            </a:r>
            <a:r>
              <a:rPr lang="en-US" sz="2400" u="sng" dirty="0"/>
              <a:t>e</a:t>
            </a:r>
            <a:r>
              <a:rPr lang="en-US" sz="2400" u="sng" dirty="0"/>
              <a:t>s</a:t>
            </a:r>
            <a:r>
              <a:rPr lang="en-US" sz="2400" u="sng" dirty="0"/>
              <a:t> </a:t>
            </a:r>
            <a:r>
              <a:rPr lang="en-US" sz="2400" u="sng" dirty="0"/>
              <a:t>:</a:t>
            </a:r>
            <a:r>
              <a:rPr lang="en-US" sz="2400" u="sng" dirty="0"/>
              <a:t> </a:t>
            </a:r>
            <a:endParaRPr lang="en-US" dirty="0"/>
          </a:p>
          <a:p>
            <a:pPr marL="0" indent="0">
              <a:buNone/>
            </a:pPr>
            <a:r>
              <a:rPr lang="en-US" altLang="en-US" dirty="0"/>
              <a:t>•</a:t>
            </a:r>
            <a:r>
              <a:rPr lang="en-US" altLang="en-US" dirty="0"/>
              <a:t> </a:t>
            </a:r>
            <a:r>
              <a:rPr lang="en-US" sz="2400" dirty="0"/>
              <a:t>ECG (Electrocardiogram) sensors: Measure heart activity.</a:t>
            </a:r>
            <a:endParaRPr lang="en-US" sz="2400" dirty="0"/>
          </a:p>
          <a:p>
            <a:pPr marL="0" indent="0">
              <a:buNone/>
            </a:pPr>
            <a:r>
              <a:rPr lang="en-US" altLang="en-US" sz="2400" dirty="0"/>
              <a:t>•</a:t>
            </a:r>
            <a:r>
              <a:rPr lang="en-US" altLang="en-US" sz="2400" dirty="0"/>
              <a:t> </a:t>
            </a:r>
            <a:r>
              <a:rPr lang="en-US" sz="2400" dirty="0"/>
              <a:t>Respiration sensors: Measure breathing rate.  </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879" name="Title 1048878"/>
          <p:cNvSpPr>
            <a:spLocks noGrp="1"/>
          </p:cNvSpPr>
          <p:nvPr>
            <p:ph type="title"/>
          </p:nvPr>
        </p:nvSpPr>
        <p:spPr>
          <a:solidFill>
            <a:srgbClr val="02A5E3"/>
          </a:solidFill>
          <a:ln>
            <a:solidFill>
              <a:srgbClr val="02A5E3"/>
            </a:solidFill>
            <a:prstDash val="solid"/>
          </a:ln>
        </p:spPr>
        <p:txBody>
          <a:bodyPr/>
          <a:p>
            <a:r>
              <a:rPr lang="en-US"/>
              <a:t>B</a:t>
            </a:r>
            <a:r>
              <a:rPr lang="en-US"/>
              <a:t>e</a:t>
            </a:r>
            <a:r>
              <a:rPr lang="en-US"/>
              <a:t>n</a:t>
            </a:r>
            <a:r>
              <a:rPr lang="en-US"/>
              <a:t>e</a:t>
            </a:r>
            <a:r>
              <a:rPr lang="en-US"/>
              <a:t>f</a:t>
            </a:r>
            <a:r>
              <a:rPr lang="en-US"/>
              <a:t>i</a:t>
            </a:r>
            <a:r>
              <a:rPr lang="en-US"/>
              <a:t>t</a:t>
            </a:r>
            <a:r>
              <a:rPr lang="en-US"/>
              <a:t>s</a:t>
            </a:r>
            <a:r>
              <a:rPr lang="en-US"/>
              <a:t> </a:t>
            </a:r>
            <a:r>
              <a:rPr lang="en-US"/>
              <a:t>:</a:t>
            </a:r>
            <a:endParaRPr lang="en-US"/>
          </a:p>
        </p:txBody>
      </p:sp>
      <p:sp>
        <p:nvSpPr>
          <p:cNvPr id="1048880" name="Footer Placeholder 1048879"/>
          <p:cNvSpPr>
            <a:spLocks noGrp="1"/>
          </p:cNvSpPr>
          <p:nvPr>
            <p:ph type="ftr" sz="quarter" idx="11"/>
          </p:nvPr>
        </p:nvSpPr>
        <p:spPr/>
        <p:txBody>
          <a:bodyPr/>
          <a:p>
            <a:r>
              <a:rPr lang="en-US"/>
              <a:t>CGB1121 – PYTHON PROGRAMMING –PROJECT REVIEW 1</a:t>
            </a:r>
            <a:endParaRPr lang="en-US" dirty="0"/>
          </a:p>
        </p:txBody>
      </p:sp>
      <p:sp>
        <p:nvSpPr>
          <p:cNvPr id="1048881" name="Slide Number Placeholder 1048880"/>
          <p:cNvSpPr>
            <a:spLocks noGrp="1"/>
          </p:cNvSpPr>
          <p:nvPr>
            <p:ph type="sldNum" sz="quarter" idx="12"/>
          </p:nvPr>
        </p:nvSpPr>
        <p:spPr/>
        <p:txBody>
          <a:bodyPr/>
          <a:p>
            <a:fld id="{4CE540F1-D866-4735-9E65-A1952EADD02D}" type="slidenum">
              <a:rPr lang="en-US" altLang="en-US" smtClean="0"/>
            </a:fld>
            <a:endParaRPr lang="en-US" altLang="en-US"/>
          </a:p>
        </p:txBody>
      </p:sp>
      <p:sp>
        <p:nvSpPr>
          <p:cNvPr id="1048882" name="Text Box 1048881"/>
          <p:cNvSpPr txBox="1"/>
          <p:nvPr/>
        </p:nvSpPr>
        <p:spPr>
          <a:xfrm>
            <a:off x="2572000" y="2362200"/>
            <a:ext cx="4000000" cy="510540"/>
          </a:xfrm>
          <a:prstGeom prst="rect">
            <a:avLst/>
          </a:prstGeom>
        </p:spPr>
        <p:txBody>
          <a:bodyPr wrap="square" rtlCol="0">
            <a:spAutoFit/>
          </a:bodyPr>
          <a:p>
            <a:endParaRPr lang="en-US" sz="2800">
              <a:solidFill>
                <a:srgbClr val="000000"/>
              </a:solidFill>
            </a:endParaRPr>
          </a:p>
        </p:txBody>
      </p:sp>
      <p:pic>
        <p:nvPicPr>
          <p:cNvPr id="2097153" name="Picture 2097152"/>
          <p:cNvPicPr/>
          <p:nvPr/>
        </p:nvPicPr>
        <p:blipFill>
          <a:blip r:embed="rId1"/>
          <a:stretch>
            <a:fillRect/>
          </a:stretch>
        </p:blipFill>
        <p:spPr>
          <a:xfrm>
            <a:off x="1573563" y="937736"/>
            <a:ext cx="5996874" cy="38295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CODING</a:t>
            </a:r>
            <a:endParaRPr lang="en-US"/>
          </a:p>
        </p:txBody>
      </p:sp>
      <p:sp>
        <p:nvSpPr>
          <p:cNvPr id="3" name="Footer Placeholder 2"/>
          <p:cNvSpPr>
            <a:spLocks noGrp="1"/>
          </p:cNvSpPr>
          <p:nvPr>
            <p:ph type="ftr" sz="quarter" idx="11"/>
          </p:nvPr>
        </p:nvSpPr>
        <p:spPr/>
        <p:txBody>
          <a:bodyPr/>
          <a:p>
            <a:endParaRPr lang="en-US" dirty="0"/>
          </a:p>
        </p:txBody>
      </p:sp>
      <p:sp>
        <p:nvSpPr>
          <p:cNvPr id="4" name="Slide Number Placeholder 3"/>
          <p:cNvSpPr>
            <a:spLocks noGrp="1"/>
          </p:cNvSpPr>
          <p:nvPr>
            <p:ph type="sldNum" sz="quarter" idx="12"/>
          </p:nvPr>
        </p:nvSpPr>
        <p:spPr/>
        <p:txBody>
          <a:bodyPr/>
          <a:p>
            <a:fld id="{4CE540F1-D866-4735-9E65-A1952EADD02D}" type="slidenum">
              <a:rPr lang="en-US" altLang="en-US" smtClean="0"/>
            </a:fld>
            <a:endParaRPr lang="en-US" altLang="en-US"/>
          </a:p>
        </p:txBody>
      </p:sp>
      <p:sp>
        <p:nvSpPr>
          <p:cNvPr id="6" name="Text Box 5"/>
          <p:cNvSpPr txBox="1"/>
          <p:nvPr/>
        </p:nvSpPr>
        <p:spPr>
          <a:xfrm>
            <a:off x="1066800" y="857250"/>
            <a:ext cx="5002530" cy="1403350"/>
          </a:xfrm>
          <a:prstGeom prst="rect">
            <a:avLst/>
          </a:prstGeom>
          <a:noFill/>
        </p:spPr>
        <p:txBody>
          <a:bodyPr wrap="square" rtlCol="0" anchor="t">
            <a:noAutofit/>
          </a:bodyPr>
          <a:p>
            <a:r>
              <a:rPr lang="en-US" sz="1400"/>
              <a:t>import random</a:t>
            </a:r>
            <a:endParaRPr lang="en-US" sz="1400"/>
          </a:p>
          <a:p>
            <a:r>
              <a:rPr lang="en-US" sz="1400"/>
              <a:t>import time</a:t>
            </a:r>
            <a:endParaRPr lang="en-US" sz="1400"/>
          </a:p>
          <a:p>
            <a:endParaRPr lang="en-US" sz="1400"/>
          </a:p>
          <a:p>
            <a:r>
              <a:rPr lang="en-US" sz="1400"/>
              <a:t>def monitor_patient():</a:t>
            </a:r>
            <a:endParaRPr lang="en-US" sz="1400"/>
          </a:p>
          <a:p>
            <a:r>
              <a:rPr lang="en-US" sz="1400"/>
              <a:t>    print("Patient Monitoring System (Ctrl+C to stop)")</a:t>
            </a:r>
            <a:endParaRPr lang="en-US" sz="1400"/>
          </a:p>
          <a:p>
            <a:r>
              <a:rPr lang="en-US" sz="1400"/>
              <a:t>    print("----------------------------------------")</a:t>
            </a:r>
            <a:endParaRPr lang="en-US" sz="1400"/>
          </a:p>
          <a:p>
            <a:r>
              <a:rPr lang="en-US" sz="1400"/>
              <a:t>    </a:t>
            </a:r>
            <a:endParaRPr lang="en-US" sz="1400"/>
          </a:p>
          <a:p>
            <a:r>
              <a:rPr lang="en-US" sz="1400"/>
              <a:t>    while True:</a:t>
            </a:r>
            <a:endParaRPr lang="en-US" sz="1400"/>
          </a:p>
          <a:p>
            <a:r>
              <a:rPr lang="en-US" sz="1400"/>
              <a:t>        # Simulate vital signs</a:t>
            </a:r>
            <a:endParaRPr lang="en-US" sz="1400"/>
          </a:p>
          <a:p>
            <a:r>
              <a:rPr lang="en-US" sz="1400"/>
              <a:t>        heart_rate = random.randint(60, 100)</a:t>
            </a:r>
            <a:endParaRPr lang="en-US" sz="1400"/>
          </a:p>
          <a:p>
            <a:r>
              <a:rPr lang="en-US" sz="1400"/>
              <a:t>        oxygen_level = random.randint(90, 100)</a:t>
            </a:r>
            <a:endParaRPr lang="en-US" sz="1400"/>
          </a:p>
          <a:p>
            <a:r>
              <a:rPr lang="en-US" sz="1400"/>
              <a:t>        temperature = round(random.uniform(36.0, 37.5), 1)</a:t>
            </a:r>
            <a:endParaRPr lang="en-US" sz="1400"/>
          </a:p>
          <a:p>
            <a:r>
              <a:rPr lang="en-US" sz="1400"/>
              <a:t>        </a:t>
            </a:r>
            <a:endParaRPr lang="en-US" sz="1400"/>
          </a:p>
          <a:p>
            <a:r>
              <a:rPr lang="en-US" sz="1400"/>
              <a:t>        # Display vitals</a:t>
            </a:r>
            <a:endParaRPr lang="en-US" sz="1400"/>
          </a:p>
          <a:p>
            <a:r>
              <a:rPr lang="en-US" sz="1400"/>
              <a:t>        print(f"\nHeart Rate: {heart_rate} bpm  |  Oxygen: {oxygen_level}%  |  Temp: {temperature}°C")</a:t>
            </a:r>
            <a:endParaRPr lang="en-US" sz="1400"/>
          </a:p>
          <a:p>
            <a:r>
              <a:rPr lang="en-US" sz="1400"/>
              <a:t>        </a:t>
            </a:r>
            <a:endParaRPr lang="en-US" sz="1400"/>
          </a:p>
          <a:p>
            <a:r>
              <a:rPr lang="en-US" sz="1400"/>
              <a:t>       </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CODNIG</a:t>
            </a:r>
            <a:endParaRPr lang="en-US"/>
          </a:p>
        </p:txBody>
      </p:sp>
      <p:sp>
        <p:nvSpPr>
          <p:cNvPr id="3" name="Footer Placeholder 2"/>
          <p:cNvSpPr>
            <a:spLocks noGrp="1"/>
          </p:cNvSpPr>
          <p:nvPr>
            <p:ph type="ftr" sz="quarter" idx="11"/>
          </p:nvPr>
        </p:nvSpPr>
        <p:spPr/>
        <p:txBody>
          <a:bodyPr/>
          <a:p>
            <a:r>
              <a:rPr lang="en-US"/>
              <a:t>CGB1121 – PYTHON PROGRAMMING –PROJECT REVIEW 1</a:t>
            </a:r>
            <a:endParaRPr lang="en-US" dirty="0"/>
          </a:p>
        </p:txBody>
      </p:sp>
      <p:sp>
        <p:nvSpPr>
          <p:cNvPr id="4" name="Slide Number Placeholder 3"/>
          <p:cNvSpPr>
            <a:spLocks noGrp="1"/>
          </p:cNvSpPr>
          <p:nvPr>
            <p:ph type="sldNum" sz="quarter" idx="12"/>
          </p:nvPr>
        </p:nvSpPr>
        <p:spPr/>
        <p:txBody>
          <a:bodyPr/>
          <a:p>
            <a:fld id="{4CE540F1-D866-4735-9E65-A1952EADD02D}" type="slidenum">
              <a:rPr lang="en-US" altLang="en-US" smtClean="0"/>
            </a:fld>
            <a:endParaRPr lang="en-US" altLang="en-US"/>
          </a:p>
        </p:txBody>
      </p:sp>
      <p:sp>
        <p:nvSpPr>
          <p:cNvPr id="5" name="Text Box 4"/>
          <p:cNvSpPr txBox="1"/>
          <p:nvPr/>
        </p:nvSpPr>
        <p:spPr>
          <a:xfrm>
            <a:off x="838200" y="895350"/>
            <a:ext cx="5173345" cy="3747135"/>
          </a:xfrm>
          <a:prstGeom prst="rect">
            <a:avLst/>
          </a:prstGeom>
          <a:noFill/>
        </p:spPr>
        <p:txBody>
          <a:bodyPr wrap="square" rtlCol="0" anchor="t">
            <a:noAutofit/>
          </a:bodyPr>
          <a:p>
            <a:r>
              <a:rPr lang="en-US" sz="1400">
                <a:sym typeface="+mn-ea"/>
              </a:rPr>
              <a:t># Check for alerts</a:t>
            </a:r>
            <a:endParaRPr lang="en-US" sz="1400"/>
          </a:p>
          <a:p>
            <a:r>
              <a:rPr lang="en-US" sz="1400">
                <a:sym typeface="+mn-ea"/>
              </a:rPr>
              <a:t>        if heart_rate &lt; 65:</a:t>
            </a:r>
            <a:endParaRPr lang="en-US" sz="1400"/>
          </a:p>
          <a:p>
            <a:r>
              <a:rPr lang="en-US" sz="1400">
                <a:sym typeface="+mn-ea"/>
              </a:rPr>
              <a:t>            print("⚠️ ALERT: Low heart rate!")</a:t>
            </a:r>
            <a:endParaRPr lang="en-US" sz="1400"/>
          </a:p>
          <a:p>
            <a:r>
              <a:rPr lang="en-US" sz="1400">
                <a:sym typeface="+mn-ea"/>
              </a:rPr>
              <a:t>        if heart_rate &gt; 95:</a:t>
            </a:r>
            <a:endParaRPr lang="en-US" sz="1400"/>
          </a:p>
          <a:p>
            <a:r>
              <a:rPr lang="en-US" sz="1400">
                <a:sym typeface="+mn-ea"/>
              </a:rPr>
              <a:t>            print("⚠️ ALERT: High heart rate!")</a:t>
            </a:r>
            <a:endParaRPr lang="en-US" sz="1400"/>
          </a:p>
          <a:p>
            <a:r>
              <a:rPr lang="en-US" sz="1400">
                <a:sym typeface="+mn-ea"/>
              </a:rPr>
              <a:t>        if oxygen_level &lt; 94:</a:t>
            </a:r>
            <a:endParaRPr lang="en-US" sz="1400"/>
          </a:p>
          <a:p>
            <a:r>
              <a:rPr lang="en-US" sz="1400">
                <a:sym typeface="+mn-ea"/>
              </a:rPr>
              <a:t>            print("⚠️ ALERT: Low oxygen level!")</a:t>
            </a:r>
            <a:endParaRPr lang="en-US" sz="1400"/>
          </a:p>
          <a:p>
            <a:r>
              <a:rPr lang="en-US" sz="1400">
                <a:sym typeface="+mn-ea"/>
              </a:rPr>
              <a:t>        if temperature &gt; 37.2:</a:t>
            </a:r>
            <a:endParaRPr lang="en-US" sz="1400"/>
          </a:p>
          <a:p>
            <a:r>
              <a:rPr lang="en-US" sz="1400">
                <a:sym typeface="+mn-ea"/>
              </a:rPr>
              <a:t>            print("⚠️ ALERT: Fever detected!")</a:t>
            </a:r>
            <a:endParaRPr lang="en-US" sz="1400"/>
          </a:p>
          <a:p>
            <a:r>
              <a:rPr lang="en-US" sz="1400">
                <a:sym typeface="+mn-ea"/>
              </a:rPr>
              <a:t>        </a:t>
            </a:r>
            <a:endParaRPr lang="en-US" sz="1400"/>
          </a:p>
          <a:p>
            <a:r>
              <a:rPr lang="en-US" sz="1400">
                <a:sym typeface="+mn-ea"/>
              </a:rPr>
              <a:t>        time.sleep(2)  # Check every 2 seconds</a:t>
            </a:r>
            <a:endParaRPr lang="en-US" sz="1400"/>
          </a:p>
          <a:p>
            <a:endParaRPr lang="en-US" sz="1400"/>
          </a:p>
          <a:p>
            <a:r>
              <a:rPr lang="en-US" sz="1400">
                <a:sym typeface="+mn-ea"/>
              </a:rPr>
              <a:t>try:</a:t>
            </a:r>
            <a:endParaRPr lang="en-US" sz="1400"/>
          </a:p>
          <a:p>
            <a:r>
              <a:rPr lang="en-US" sz="1400">
                <a:sym typeface="+mn-ea"/>
              </a:rPr>
              <a:t>    monitor_patient()</a:t>
            </a:r>
            <a:endParaRPr lang="en-US" sz="1400"/>
          </a:p>
          <a:p>
            <a:r>
              <a:rPr lang="en-US" sz="1400">
                <a:sym typeface="+mn-ea"/>
              </a:rPr>
              <a:t>except KeyboardInterrupt:</a:t>
            </a:r>
            <a:endParaRPr lang="en-US" sz="1400"/>
          </a:p>
          <a:p>
            <a:r>
              <a:rPr lang="en-US" sz="1400">
                <a:sym typeface="+mn-ea"/>
              </a:rPr>
              <a:t>    print("\nMonitoring stopped</a:t>
            </a:r>
            <a:endParaRPr lang="en-US" sz="140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OUTPUT</a:t>
            </a:r>
            <a:endParaRPr lang="en-US"/>
          </a:p>
        </p:txBody>
      </p:sp>
      <p:sp>
        <p:nvSpPr>
          <p:cNvPr id="3" name="Footer Placeholder 2"/>
          <p:cNvSpPr>
            <a:spLocks noGrp="1"/>
          </p:cNvSpPr>
          <p:nvPr>
            <p:ph type="ftr" sz="quarter" idx="11"/>
          </p:nvPr>
        </p:nvSpPr>
        <p:spPr/>
        <p:txBody>
          <a:bodyPr/>
          <a:p>
            <a:r>
              <a:rPr lang="en-US" dirty="0"/>
              <a:t>   </a:t>
            </a:r>
            <a:endParaRPr lang="en-US" dirty="0"/>
          </a:p>
        </p:txBody>
      </p:sp>
      <p:sp>
        <p:nvSpPr>
          <p:cNvPr id="4" name="Slide Number Placeholder 3"/>
          <p:cNvSpPr>
            <a:spLocks noGrp="1"/>
          </p:cNvSpPr>
          <p:nvPr>
            <p:ph type="sldNum" sz="quarter" idx="12"/>
          </p:nvPr>
        </p:nvSpPr>
        <p:spPr/>
        <p:txBody>
          <a:bodyPr/>
          <a:p>
            <a:fld id="{4CE540F1-D866-4735-9E65-A1952EADD02D}" type="slidenum">
              <a:rPr lang="en-US" altLang="en-US" smtClean="0"/>
            </a:fld>
            <a:endParaRPr lang="en-US" altLang="en-US"/>
          </a:p>
        </p:txBody>
      </p:sp>
      <p:pic>
        <p:nvPicPr>
          <p:cNvPr id="5" name="Picture 4"/>
          <p:cNvPicPr>
            <a:picLocks noChangeAspect="1"/>
          </p:cNvPicPr>
          <p:nvPr/>
        </p:nvPicPr>
        <p:blipFill>
          <a:blip r:embed="rId1"/>
          <a:srcRect l="45000" t="23077" r="12500"/>
          <a:stretch>
            <a:fillRect/>
          </a:stretch>
        </p:blipFill>
        <p:spPr>
          <a:xfrm>
            <a:off x="2209800" y="819150"/>
            <a:ext cx="4804410" cy="41186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48" name="Title 4"/>
          <p:cNvSpPr>
            <a:spLocks noGrp="1"/>
          </p:cNvSpPr>
          <p:nvPr>
            <p:ph type="title"/>
          </p:nvPr>
        </p:nvSpPr>
        <p:spPr>
          <a:solidFill>
            <a:schemeClr val="bg2">
              <a:lumMod val="75000"/>
            </a:schemeClr>
          </a:solidFill>
        </p:spPr>
        <p:txBody>
          <a:bodyPr>
            <a:normAutofit fontScale="93182"/>
          </a:bodyPr>
          <a:p>
            <a:pPr algn="ctr"/>
            <a:r>
              <a:rPr lang="en-IN" sz="4400" b="1" dirty="0">
                <a:solidFill>
                  <a:schemeClr val="tx1"/>
                </a:solidFill>
                <a:latin typeface="Times New Roman" panose="02020503050405090304" pitchFamily="18" charset="0"/>
                <a:cs typeface="Times New Roman" panose="02020503050405090304" pitchFamily="18" charset="0"/>
              </a:rPr>
              <a:t>Thank  You</a:t>
            </a:r>
            <a:endParaRPr lang="en-IN" sz="4000" b="1" dirty="0">
              <a:solidFill>
                <a:schemeClr val="tx1"/>
              </a:solidFill>
              <a:latin typeface="Times New Roman" panose="02020503050405090304" pitchFamily="18" charset="0"/>
              <a:cs typeface="Times New Roman" panose="02020503050405090304" pitchFamily="18" charset="0"/>
            </a:endParaRPr>
          </a:p>
        </p:txBody>
      </p:sp>
      <p:sp>
        <p:nvSpPr>
          <p:cNvPr id="1048649" name="Footer Placeholder 2"/>
          <p:cNvSpPr>
            <a:spLocks noGrp="1"/>
          </p:cNvSpPr>
          <p:nvPr>
            <p:ph type="ftr" sz="quarter" idx="11"/>
          </p:nvPr>
        </p:nvSpPr>
        <p:spPr>
          <a:xfrm>
            <a:off x="2743200" y="4767263"/>
            <a:ext cx="4340352" cy="376237"/>
          </a:xfrm>
        </p:spPr>
        <p:txBody>
          <a:bodyPr/>
          <a:p>
            <a:r>
              <a:rPr lang="en-US" sz="1200" dirty="0">
                <a:latin typeface="Times New Roman" panose="02020503050405090304" pitchFamily="18" charset="0"/>
                <a:cs typeface="Times New Roman" panose="02020503050405090304" pitchFamily="18" charset="0"/>
              </a:rPr>
              <a:t>EGB1122 – PYTHON PROGRAMMING –PROJECT REVIEW 1</a:t>
            </a:r>
            <a:endParaRPr lang="en-US" sz="1200" dirty="0">
              <a:latin typeface="Times New Roman" panose="02020503050405090304" pitchFamily="18" charset="0"/>
              <a:cs typeface="Times New Roman" panose="02020503050405090304" pitchFamily="18" charset="0"/>
            </a:endParaRPr>
          </a:p>
        </p:txBody>
      </p:sp>
      <p:sp>
        <p:nvSpPr>
          <p:cNvPr id="1048650" name="Slide Number Placeholder 3"/>
          <p:cNvSpPr>
            <a:spLocks noGrp="1"/>
          </p:cNvSpPr>
          <p:nvPr>
            <p:ph type="sldNum" sz="quarter" idx="12"/>
          </p:nvPr>
        </p:nvSpPr>
        <p:spPr/>
        <p:txBody>
          <a:bodyPr/>
          <a:p>
            <a:fld id="{4CE540F1-D866-4735-9E65-A1952EADD02D}" type="slidenum">
              <a:rPr lang="en-US" altLang="en-US" smtClean="0"/>
            </a:fld>
            <a:endParaRPr lang="en-US" altLang="en-US" dirty="0"/>
          </a:p>
        </p:txBody>
      </p:sp>
      <p:sp>
        <p:nvSpPr>
          <p:cNvPr id="1048651" name="Title 1"/>
          <p:cNvSpPr txBox="1"/>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IN" sz="3600" dirty="0"/>
          </a:p>
          <a:p>
            <a:pPr algn="ctr"/>
            <a:r>
              <a:rPr lang="en-IN" sz="3600" b="1" dirty="0">
                <a:solidFill>
                  <a:schemeClr val="tx1"/>
                </a:solidFill>
                <a:latin typeface="Times New Roman" panose="02020503050405090304" pitchFamily="18" charset="0"/>
                <a:cs typeface="Times New Roman" panose="02020503050405090304" pitchFamily="18" charset="0"/>
              </a:rPr>
              <a:t>Any queries??? </a:t>
            </a:r>
            <a:endParaRPr lang="en-IN" sz="3600" b="1" dirty="0">
              <a:solidFill>
                <a:schemeClr val="tx1"/>
              </a:solidFill>
              <a:latin typeface="Times New Roman" panose="02020503050405090304" pitchFamily="18" charset="0"/>
              <a:cs typeface="Times New Roman" panose="0202050305040509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3694</Words>
  <Application>WPS Presentation</Application>
  <PresentationFormat/>
  <Paragraphs>160</Paragraphs>
  <Slides>15</Slides>
  <Notes>0</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15</vt:i4>
      </vt:variant>
    </vt:vector>
  </HeadingPairs>
  <TitlesOfParts>
    <vt:vector size="34" baseType="lpstr">
      <vt:lpstr>Arial</vt:lpstr>
      <vt:lpstr>SimSun</vt:lpstr>
      <vt:lpstr>Wingdings</vt:lpstr>
      <vt:lpstr>Wingdings 3</vt:lpstr>
      <vt:lpstr>Wingdings</vt:lpstr>
      <vt:lpstr>Calibri</vt:lpstr>
      <vt:lpstr>Helvetica Neue</vt:lpstr>
      <vt:lpstr>Times New Roman</vt:lpstr>
      <vt:lpstr>Gill Sans MT</vt:lpstr>
      <vt:lpstr>苹方-简</vt:lpstr>
      <vt:lpstr>Microsoft YaHei</vt:lpstr>
      <vt:lpstr>汉仪旗黑</vt:lpstr>
      <vt:lpstr>Arial Unicode MS</vt:lpstr>
      <vt:lpstr>Bookman Old Style</vt:lpstr>
      <vt:lpstr>宋体-简</vt:lpstr>
      <vt:lpstr>Apple Color Emoji</vt:lpstr>
      <vt:lpstr>Origin</vt:lpstr>
      <vt:lpstr>Origin</vt:lpstr>
      <vt:lpstr>Origin</vt:lpstr>
      <vt:lpstr>EGB1122 – PYTHON PROGRAMMING PROJECT REVIEW-1</vt:lpstr>
      <vt:lpstr>Title of the Project</vt:lpstr>
      <vt:lpstr>Abstract </vt:lpstr>
      <vt:lpstr>Introduction</vt:lpstr>
      <vt:lpstr>Python Programming  - Concepts Used</vt:lpstr>
      <vt:lpstr>Proposed Architecture</vt:lpstr>
      <vt:lpstr>PowerPoint 演示文稿</vt:lpstr>
      <vt:lpstr>Proposed Architecture - Description</vt:lpstr>
      <vt:lpstr>List of Modules</vt:lpstr>
      <vt:lpstr>Description of Modules</vt:lpstr>
      <vt:lpstr>Benefits :</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EGB1122 – PYTHON PROGRAMMING PROJECT REVIEW-1</dc:title>
  <dc:creator>RMX3933</dc:creator>
  <cp:lastModifiedBy>Pushpa S</cp:lastModifiedBy>
  <cp:revision>1</cp:revision>
  <dcterms:created xsi:type="dcterms:W3CDTF">2025-04-30T06:28:48Z</dcterms:created>
  <dcterms:modified xsi:type="dcterms:W3CDTF">2025-04-30T06:28:48Z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E4FB5D4344E49B321FC31168A72714B8_43</vt:lpwstr>
  </property>
  <property fmtid="{D5CDD505-2E9C-101B-9397-08002B2CF9AE}" pid="3" name="KSOProductBuildVer">
    <vt:lpwstr>1033-6.10.2.8397</vt:lpwstr>
  </property>
</Properties>
</file>